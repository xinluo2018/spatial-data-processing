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742" r:id="rId3"/>
  </p:sldIdLst>
  <p:sldSz cx="9144000" cy="6858000" type="screen4x3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4965" autoAdjust="0"/>
  </p:normalViewPr>
  <p:slideViewPr>
    <p:cSldViewPr snapToGrid="0">
      <p:cViewPr varScale="1">
        <p:scale>
          <a:sx n="75" d="100"/>
          <a:sy n="75" d="100"/>
        </p:scale>
        <p:origin x="903" y="33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选做作业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414554" y="821906"/>
            <a:ext cx="831489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第二次小组作业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596900" y="2256582"/>
            <a:ext cx="80518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作业数据</a:t>
            </a:r>
            <a:r>
              <a:rPr lang="zh-CN" altLang="en-US" sz="2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公开空间数据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作业要求：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）总结课程空间数据处理课程</a:t>
            </a:r>
            <a:r>
              <a:rPr lang="zh-CN" altLang="en-US" b="1" u="sng" dirty="0">
                <a:solidFill>
                  <a:schemeClr val="bg2"/>
                </a:solidFill>
                <a:latin typeface="+mn-ea"/>
                <a:ea typeface="+mn-ea"/>
              </a:rPr>
              <a:t>掌握较好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的内容；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）结合</a:t>
            </a:r>
            <a:r>
              <a:rPr lang="zh-CN" altLang="en-US" b="1" u="sng" dirty="0">
                <a:solidFill>
                  <a:schemeClr val="bg2"/>
                </a:solidFill>
                <a:latin typeface="+mn-ea"/>
                <a:ea typeface="+mn-ea"/>
              </a:rPr>
              <a:t>具体案例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说明课程所学内容；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）课程学习总结。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markdown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格式课程报告，小组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ppt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汇报。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PPT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汇报（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 2025-6-25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）；课程报告（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 2025-6-30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）</a:t>
            </a:r>
            <a:endParaRPr lang="en-US" altLang="zh-CN" sz="20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414552" y="1664444"/>
            <a:ext cx="8445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题目：空间数据处理课程总结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</TotalTime>
  <Words>79</Words>
  <Application>Microsoft Office PowerPoint</Application>
  <PresentationFormat>全屏显示(4:3)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选做作业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49</cp:revision>
  <dcterms:created xsi:type="dcterms:W3CDTF">2004-07-09T11:40:27Z</dcterms:created>
  <dcterms:modified xsi:type="dcterms:W3CDTF">2025-06-04T01:55:28Z</dcterms:modified>
</cp:coreProperties>
</file>