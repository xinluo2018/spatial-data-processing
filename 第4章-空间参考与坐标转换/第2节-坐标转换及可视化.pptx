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5"/>
  </p:notesMasterIdLst>
  <p:handoutMasterIdLst>
    <p:handoutMasterId r:id="rId16"/>
  </p:handoutMasterIdLst>
  <p:sldIdLst>
    <p:sldId id="2708" r:id="rId3"/>
    <p:sldId id="2387" r:id="rId4"/>
    <p:sldId id="2447" r:id="rId5"/>
    <p:sldId id="2759" r:id="rId6"/>
    <p:sldId id="2774" r:id="rId7"/>
    <p:sldId id="2775" r:id="rId8"/>
    <p:sldId id="2777" r:id="rId9"/>
    <p:sldId id="2779" r:id="rId10"/>
    <p:sldId id="2761" r:id="rId11"/>
    <p:sldId id="2766" r:id="rId12"/>
    <p:sldId id="2778" r:id="rId13"/>
    <p:sldId id="2722" r:id="rId14"/>
  </p:sldIdLst>
  <p:sldSz cx="12192000" cy="6858000"/>
  <p:notesSz cx="7099300" cy="10234613"/>
  <p:custDataLst>
    <p:tags r:id="rId17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033358-B3F8-684F-93A6-EAEB9C01D2E9}" v="25" dt="2024-04-23T15:11:19.806"/>
    <p1510:client id="{83A86666-6E1F-CF4A-9A76-CE1194EA2366}" v="4" dt="2024-04-24T02:50:23.2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0" autoAdjust="0"/>
    <p:restoredTop sz="90517" autoAdjust="0"/>
  </p:normalViewPr>
  <p:slideViewPr>
    <p:cSldViewPr snapToGrid="0">
      <p:cViewPr>
        <p:scale>
          <a:sx n="75" d="100"/>
          <a:sy n="75" d="100"/>
        </p:scale>
        <p:origin x="489" y="141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outlineViewPr>
    <p:cViewPr>
      <p:scale>
        <a:sx n="33" d="100"/>
        <a:sy n="33" d="100"/>
      </p:scale>
      <p:origin x="0" y="-10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50" d="100"/>
        <a:sy n="50" d="100"/>
      </p:scale>
      <p:origin x="0" y="1344"/>
    </p:cViewPr>
  </p:sorterViewPr>
  <p:notesViewPr>
    <p:cSldViewPr snapToGrid="0">
      <p:cViewPr varScale="1">
        <p:scale>
          <a:sx n="49" d="100"/>
          <a:sy n="49" d="100"/>
        </p:scale>
        <p:origin x="2952" y="54"/>
      </p:cViewPr>
      <p:guideLst>
        <p:guide orient="horz" pos="3224"/>
        <p:guide pos="2237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commentAuthors" Target="commentAuthors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gs" Target="tags/tag1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  <pc:spChg chg="mod">
          <ac:chgData name="Xin Luo" userId="82312ee5779919a4" providerId="LiveId" clId="{3C4A7AF4-6488-5041-B432-D36EF53163D3}" dt="2023-02-22T07:31:19.249" v="233"/>
          <ac:spMkLst>
            <pc:docMk/>
            <pc:sldMk cId="1576120367" sldId="2387"/>
            <ac:spMk id="4" creationId="{E22E439B-4B3F-A527-61D0-3ED55D24E856}"/>
          </ac:spMkLst>
        </pc:spChg>
        <pc:spChg chg="mod">
          <ac:chgData name="Xin Luo" userId="82312ee5779919a4" providerId="LiveId" clId="{3C4A7AF4-6488-5041-B432-D36EF53163D3}" dt="2023-02-22T07:31:49.764" v="28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3C4A7AF4-6488-5041-B432-D36EF53163D3}" dt="2023-02-23T07:39:26.083" v="2380" actId="20577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3C4A7AF4-6488-5041-B432-D36EF53163D3}" dt="2023-02-23T04:51:20.387" v="1923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3C4A7AF4-6488-5041-B432-D36EF53163D3}" dt="2023-02-23T07:39:23.145" v="2375" actId="2057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3C4A7AF4-6488-5041-B432-D36EF53163D3}" dt="2023-02-23T04:51:33.868" v="1950" actId="20577"/>
          <ac:spMkLst>
            <pc:docMk/>
            <pc:sldMk cId="1576120367" sldId="2387"/>
            <ac:spMk id="14" creationId="{00000000-0000-0000-0000-000000000000}"/>
          </ac:spMkLst>
        </pc:spChg>
        <pc:grpChg chg="add mod">
          <ac:chgData name="Xin Luo" userId="82312ee5779919a4" providerId="LiveId" clId="{3C4A7AF4-6488-5041-B432-D36EF53163D3}" dt="2023-02-22T07:32:25.478" v="308" actId="107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3C4A7AF4-6488-5041-B432-D36EF53163D3}" dt="2023-02-23T07:39:19.698" v="2367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3C4A7AF4-6488-5041-B432-D36EF53163D3}" dt="2023-02-23T07:39:15.729" v="2366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  <pc:spChg chg="mod">
          <ac:chgData name="Xin Luo" userId="82312ee5779919a4" providerId="LiveId" clId="{3C4A7AF4-6488-5041-B432-D36EF53163D3}" dt="2023-02-22T07:33:21.001" v="351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  <pc:spChg chg="mod">
          <ac:chgData name="Xin Luo" userId="82312ee5779919a4" providerId="LiveId" clId="{3C4A7AF4-6488-5041-B432-D36EF53163D3}" dt="2023-02-22T07:38:53.396" v="381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3C4A7AF4-6488-5041-B432-D36EF53163D3}" dt="2023-02-22T14:18:41.269" v="1148" actId="478"/>
          <ac:spMkLst>
            <pc:docMk/>
            <pc:sldMk cId="4067577602" sldId="2605"/>
            <ac:spMk id="4" creationId="{3684DBBF-D5C3-AAFB-5142-DEFC9143FCE7}"/>
          </ac:spMkLst>
        </pc:spChg>
        <pc:spChg chg="del">
          <ac:chgData name="Xin Luo" userId="82312ee5779919a4" providerId="LiveId" clId="{3C4A7AF4-6488-5041-B432-D36EF53163D3}" dt="2023-02-22T13:47:47.275" v="383" actId="478"/>
          <ac:spMkLst>
            <pc:docMk/>
            <pc:sldMk cId="4067577602" sldId="2605"/>
            <ac:spMk id="5" creationId="{8CB3051E-1455-F2D6-027A-C359D1264B18}"/>
          </ac:spMkLst>
        </pc:spChg>
        <pc:spChg chg="add mod">
          <ac:chgData name="Xin Luo" userId="82312ee5779919a4" providerId="LiveId" clId="{3C4A7AF4-6488-5041-B432-D36EF53163D3}" dt="2023-02-23T01:16:39.011" v="1571" actId="1037"/>
          <ac:spMkLst>
            <pc:docMk/>
            <pc:sldMk cId="4067577602" sldId="2605"/>
            <ac:spMk id="15" creationId="{8F7436BD-0CD5-04DA-2B44-925CE86CF70D}"/>
          </ac:spMkLst>
        </pc:spChg>
        <pc:spChg chg="add mod">
          <ac:chgData name="Xin Luo" userId="82312ee5779919a4" providerId="LiveId" clId="{3C4A7AF4-6488-5041-B432-D36EF53163D3}" dt="2023-02-22T14:35:48.413" v="1376" actId="1076"/>
          <ac:spMkLst>
            <pc:docMk/>
            <pc:sldMk cId="4067577602" sldId="2605"/>
            <ac:spMk id="16" creationId="{5E1E7D79-A815-9A32-ABAB-129BFCE643F1}"/>
          </ac:spMkLst>
        </pc:spChg>
        <pc:spChg chg="mod">
          <ac:chgData name="Xin Luo" userId="82312ee5779919a4" providerId="LiveId" clId="{3C4A7AF4-6488-5041-B432-D36EF53163D3}" dt="2023-02-22T14:25:21.534" v="1184" actId="115"/>
          <ac:spMkLst>
            <pc:docMk/>
            <pc:sldMk cId="4067577602" sldId="2605"/>
            <ac:spMk id="17" creationId="{9E05FFCA-3371-AF5C-381D-71D984055F5A}"/>
          </ac:spMkLst>
        </pc:spChg>
        <pc:picChg chg="add mod">
          <ac:chgData name="Xin Luo" userId="82312ee5779919a4" providerId="LiveId" clId="{3C4A7AF4-6488-5041-B432-D36EF53163D3}" dt="2023-02-22T14:36:37.590" v="1394" actId="1076"/>
          <ac:picMkLst>
            <pc:docMk/>
            <pc:sldMk cId="4067577602" sldId="2605"/>
            <ac:picMk id="7" creationId="{C7993E05-4ADB-9D0C-E633-5749F445E479}"/>
          </ac:picMkLst>
        </pc:picChg>
        <pc:picChg chg="add del mod">
          <ac:chgData name="Xin Luo" userId="82312ee5779919a4" providerId="LiveId" clId="{3C4A7AF4-6488-5041-B432-D36EF53163D3}" dt="2023-02-22T14:24:46.251" v="1173" actId="478"/>
          <ac:picMkLst>
            <pc:docMk/>
            <pc:sldMk cId="4067577602" sldId="2605"/>
            <ac:picMk id="9" creationId="{D4A1F7D5-C3DE-337A-6369-48B839C7030D}"/>
          </ac:picMkLst>
        </pc:picChg>
        <pc:picChg chg="add mod">
          <ac:chgData name="Xin Luo" userId="82312ee5779919a4" providerId="LiveId" clId="{3C4A7AF4-6488-5041-B432-D36EF53163D3}" dt="2023-02-22T14:36:43.182" v="1396" actId="1076"/>
          <ac:picMkLst>
            <pc:docMk/>
            <pc:sldMk cId="4067577602" sldId="2605"/>
            <ac:picMk id="10" creationId="{26D555B6-DE11-BF17-8D9F-B5F93A876835}"/>
          </ac:picMkLst>
        </pc:picChg>
        <pc:picChg chg="del">
          <ac:chgData name="Xin Luo" userId="82312ee5779919a4" providerId="LiveId" clId="{3C4A7AF4-6488-5041-B432-D36EF53163D3}" dt="2023-02-22T13:47:45.826" v="382" actId="478"/>
          <ac:picMkLst>
            <pc:docMk/>
            <pc:sldMk cId="4067577602" sldId="2605"/>
            <ac:picMk id="1026" creationId="{9270A6EE-B03E-77C5-630F-E811251395A0}"/>
          </ac:picMkLst>
        </pc:picChg>
        <pc:picChg chg="add mod">
          <ac:chgData name="Xin Luo" userId="82312ee5779919a4" providerId="LiveId" clId="{3C4A7AF4-6488-5041-B432-D36EF53163D3}" dt="2023-02-22T14:34:30.005" v="1302" actId="1036"/>
          <ac:picMkLst>
            <pc:docMk/>
            <pc:sldMk cId="4067577602" sldId="2605"/>
            <ac:picMk id="1028" creationId="{9FA49340-63F1-4959-1786-FD893DE76CE9}"/>
          </ac:picMkLst>
        </pc:picChg>
        <pc:picChg chg="add mod">
          <ac:chgData name="Xin Luo" userId="82312ee5779919a4" providerId="LiveId" clId="{3C4A7AF4-6488-5041-B432-D36EF53163D3}" dt="2023-02-22T14:36:33.444" v="1393" actId="1076"/>
          <ac:picMkLst>
            <pc:docMk/>
            <pc:sldMk cId="4067577602" sldId="2605"/>
            <ac:picMk id="1030" creationId="{35CDAC06-D9CF-2AC8-535E-A1B01EC14218}"/>
          </ac:picMkLst>
        </pc:picChg>
        <pc:picChg chg="add mod">
          <ac:chgData name="Xin Luo" userId="82312ee5779919a4" providerId="LiveId" clId="{3C4A7AF4-6488-5041-B432-D36EF53163D3}" dt="2023-02-22T14:35:58.140" v="1379" actId="14100"/>
          <ac:picMkLst>
            <pc:docMk/>
            <pc:sldMk cId="4067577602" sldId="2605"/>
            <ac:picMk id="1032" creationId="{AFE202E8-A338-4627-93EE-5AD65BEE9525}"/>
          </ac:picMkLst>
        </pc:picChg>
        <pc:picChg chg="add mod">
          <ac:chgData name="Xin Luo" userId="82312ee5779919a4" providerId="LiveId" clId="{3C4A7AF4-6488-5041-B432-D36EF53163D3}" dt="2023-02-22T14:34:30.005" v="1302" actId="1036"/>
          <ac:picMkLst>
            <pc:docMk/>
            <pc:sldMk cId="4067577602" sldId="2605"/>
            <ac:picMk id="1034" creationId="{D5CBEF68-23C0-8F4A-FA5F-CB6BCAE76176}"/>
          </ac:picMkLst>
        </pc:picChg>
        <pc:picChg chg="add mod">
          <ac:chgData name="Xin Luo" userId="82312ee5779919a4" providerId="LiveId" clId="{3C4A7AF4-6488-5041-B432-D36EF53163D3}" dt="2023-02-22T14:34:36.142" v="1309" actId="1035"/>
          <ac:picMkLst>
            <pc:docMk/>
            <pc:sldMk cId="4067577602" sldId="2605"/>
            <ac:picMk id="1036" creationId="{5E2738F1-9461-1F5B-3007-2AA2AD20C330}"/>
          </ac:picMkLst>
        </pc:picChg>
        <pc:cxnChg chg="add mod">
          <ac:chgData name="Xin Luo" userId="82312ee5779919a4" providerId="LiveId" clId="{3C4A7AF4-6488-5041-B432-D36EF53163D3}" dt="2023-02-22T14:33:32.573" v="1248" actId="14100"/>
          <ac:cxnSpMkLst>
            <pc:docMk/>
            <pc:sldMk cId="4067577602" sldId="2605"/>
            <ac:cxnSpMk id="12" creationId="{78FA799A-1F2C-F1DA-9F71-B1B8AFBC5758}"/>
          </ac:cxnSpMkLst>
        </pc:cxnChg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  <pc:spChg chg="mod">
          <ac:chgData name="Xin Luo" userId="82312ee5779919a4" providerId="LiveId" clId="{3C4A7AF4-6488-5041-B432-D36EF53163D3}" dt="2023-02-22T05:30:59.167" v="9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3C4A7AF4-6488-5041-B432-D36EF53163D3}" dt="2023-02-22T07:27:49.994" v="45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  <pc:spChg chg="mod">
          <ac:chgData name="Xin Luo" userId="82312ee5779919a4" providerId="LiveId" clId="{3C4A7AF4-6488-5041-B432-D36EF53163D3}" dt="2023-02-23T07:39:57.891" v="2394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  <pc:spChg chg="add del mod">
          <ac:chgData name="Xin Luo" userId="82312ee5779919a4" providerId="LiveId" clId="{3C4A7AF4-6488-5041-B432-D36EF53163D3}" dt="2023-02-23T07:23:16.824" v="2299"/>
          <ac:spMkLst>
            <pc:docMk/>
            <pc:sldMk cId="1257969106" sldId="2709"/>
            <ac:spMk id="2" creationId="{4F16F311-539C-1B93-3CE1-715CE6FEC011}"/>
          </ac:spMkLst>
        </pc:spChg>
        <pc:spChg chg="add del mod">
          <ac:chgData name="Xin Luo" userId="82312ee5779919a4" providerId="LiveId" clId="{3C4A7AF4-6488-5041-B432-D36EF53163D3}" dt="2023-02-23T07:23:16.824" v="2299"/>
          <ac:spMkLst>
            <pc:docMk/>
            <pc:sldMk cId="1257969106" sldId="2709"/>
            <ac:spMk id="4" creationId="{883EF12F-27CE-609F-1E57-59730B969DB2}"/>
          </ac:spMkLst>
        </pc:spChg>
        <pc:spChg chg="mod">
          <ac:chgData name="Xin Luo" userId="82312ee5779919a4" providerId="LiveId" clId="{3C4A7AF4-6488-5041-B432-D36EF53163D3}" dt="2023-02-23T07:23:37.260" v="2303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  <pc:spChg chg="mod">
          <ac:chgData name="Xin Luo" userId="82312ee5779919a4" providerId="LiveId" clId="{3C4A7AF4-6488-5041-B432-D36EF53163D3}" dt="2023-02-23T07:23:45.452" v="2305" actId="20577"/>
          <ac:spMkLst>
            <pc:docMk/>
            <pc:sldMk cId="3026715585" sldId="2716"/>
            <ac:spMk id="3" creationId="{00000000-0000-0000-0000-000000000000}"/>
          </ac:spMkLst>
        </pc:spChg>
        <pc:spChg chg="del">
          <ac:chgData name="Xin Luo" userId="82312ee5779919a4" providerId="LiveId" clId="{3C4A7AF4-6488-5041-B432-D36EF53163D3}" dt="2023-02-23T01:12:00.098" v="1532" actId="478"/>
          <ac:spMkLst>
            <pc:docMk/>
            <pc:sldMk cId="3026715585" sldId="2716"/>
            <ac:spMk id="4" creationId="{B31A8325-31D8-6F06-6D89-E39763C56875}"/>
          </ac:spMkLst>
        </pc:spChg>
        <pc:spChg chg="del">
          <ac:chgData name="Xin Luo" userId="82312ee5779919a4" providerId="LiveId" clId="{3C4A7AF4-6488-5041-B432-D36EF53163D3}" dt="2023-02-23T01:11:57.107" v="1531" actId="478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  <pc:spChg chg="mod">
          <ac:chgData name="Xin Luo" userId="82312ee5779919a4" providerId="LiveId" clId="{3C4A7AF4-6488-5041-B432-D36EF53163D3}" dt="2023-02-23T07:58:34.775" v="2627" actId="20577"/>
          <ac:spMkLst>
            <pc:docMk/>
            <pc:sldMk cId="3833073590" sldId="2716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40:13.902" v="2397" actId="20577"/>
          <ac:spMkLst>
            <pc:docMk/>
            <pc:sldMk cId="3833073590" sldId="2716"/>
            <ac:spMk id="3" creationId="{00000000-0000-0000-0000-000000000000}"/>
          </ac:spMkLst>
        </pc:spChg>
        <pc:spChg chg="add mod">
          <ac:chgData name="Xin Luo" userId="82312ee5779919a4" providerId="LiveId" clId="{3C4A7AF4-6488-5041-B432-D36EF53163D3}" dt="2023-02-23T07:55:19.067" v="2577" actId="115"/>
          <ac:spMkLst>
            <pc:docMk/>
            <pc:sldMk cId="3833073590" sldId="2716"/>
            <ac:spMk id="5" creationId="{9F4AEA98-0C33-E82A-EB75-839D0F0B55A4}"/>
          </ac:spMkLst>
        </pc:spChg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  <pc:spChg chg="mod">
          <ac:chgData name="Xin Luo" userId="82312ee5779919a4" providerId="LiveId" clId="{3C4A7AF4-6488-5041-B432-D36EF53163D3}" dt="2023-02-23T07:06:13.687" v="1964" actId="20577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26:41.367" v="2335" actId="20577"/>
          <ac:spMkLst>
            <pc:docMk/>
            <pc:sldMk cId="1858913004" sldId="2719"/>
            <ac:spMk id="3" creationId="{00000000-0000-0000-0000-000000000000}"/>
          </ac:spMkLst>
        </pc:spChg>
        <pc:spChg chg="mod">
          <ac:chgData name="Xin Luo" userId="82312ee5779919a4" providerId="LiveId" clId="{3C4A7AF4-6488-5041-B432-D36EF53163D3}" dt="2023-02-23T07:18:35.599" v="2267" actId="20577"/>
          <ac:spMkLst>
            <pc:docMk/>
            <pc:sldMk cId="1858913004" sldId="2719"/>
            <ac:spMk id="5" creationId="{FCD10A89-5E0E-5D73-1D4F-9E11D943B29C}"/>
          </ac:spMkLst>
        </pc:spChg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  <pc:spChg chg="mod">
          <ac:chgData name="Xin Luo" userId="82312ee5779919a4" providerId="LiveId" clId="{3C4A7AF4-6488-5041-B432-D36EF53163D3}" dt="2023-02-23T07:27:15.924" v="2338" actId="1076"/>
          <ac:spMkLst>
            <pc:docMk/>
            <pc:sldMk cId="3840444413" sldId="2719"/>
            <ac:spMk id="5" creationId="{FCD10A89-5E0E-5D73-1D4F-9E11D943B29C}"/>
          </ac:spMkLst>
        </pc:spChg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  <pc:spChg chg="mod">
          <ac:chgData name="Xin Luo" userId="82312ee5779919a4" providerId="LiveId" clId="{3C4A7AF4-6488-5041-B432-D36EF53163D3}" dt="2023-02-23T04:51:04.333" v="1905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  <pc:spChg chg="mod">
          <ac:chgData name="Xin Luo" userId="82312ee5779919a4" providerId="LiveId" clId="{3C4A7AF4-6488-5041-B432-D36EF53163D3}" dt="2023-02-23T07:07:57.259" v="2017" actId="20577"/>
          <ac:spMkLst>
            <pc:docMk/>
            <pc:sldMk cId="2689695864" sldId="2721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07:20.323" v="1987"/>
          <ac:spMkLst>
            <pc:docMk/>
            <pc:sldMk cId="2689695864" sldId="2721"/>
            <ac:spMk id="3" creationId="{00000000-0000-0000-0000-000000000000}"/>
          </ac:spMkLst>
        </pc:spChg>
        <pc:spChg chg="del">
          <ac:chgData name="Xin Luo" userId="82312ee5779919a4" providerId="LiveId" clId="{3C4A7AF4-6488-5041-B432-D36EF53163D3}" dt="2023-02-23T07:12:50.196" v="2062" actId="478"/>
          <ac:spMkLst>
            <pc:docMk/>
            <pc:sldMk cId="2689695864" sldId="2721"/>
            <ac:spMk id="4" creationId="{B31A8325-31D8-6F06-6D89-E39763C56875}"/>
          </ac:spMkLst>
        </pc:spChg>
        <pc:spChg chg="mod">
          <ac:chgData name="Xin Luo" userId="82312ee5779919a4" providerId="LiveId" clId="{3C4A7AF4-6488-5041-B432-D36EF53163D3}" dt="2023-02-23T07:09:59.951" v="2061" actId="20577"/>
          <ac:spMkLst>
            <pc:docMk/>
            <pc:sldMk cId="2689695864" sldId="2721"/>
            <ac:spMk id="17" creationId="{9E05FFCA-3371-AF5C-381D-71D984055F5A}"/>
          </ac:spMkLst>
        </pc:spChg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  <pc:spChg chg="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26:03.168" v="2327" actId="20577"/>
          <ac:spMkLst>
            <pc:docMk/>
            <pc:sldMk cId="1209572041" sldId="2722"/>
            <ac:spMk id="3" creationId="{00000000-0000-0000-0000-000000000000}"/>
          </ac:spMkLst>
        </pc:spChg>
        <pc:spChg chg="add del mod">
          <ac:chgData name="Xin Luo" userId="82312ee5779919a4" providerId="LiveId" clId="{3C4A7AF4-6488-5041-B432-D36EF53163D3}" dt="2023-02-23T07:25:42.840" v="2313" actId="478"/>
          <ac:spMkLst>
            <pc:docMk/>
            <pc:sldMk cId="1209572041" sldId="2722"/>
            <ac:spMk id="4" creationId="{1142D573-39B3-7F92-D797-85454C098638}"/>
          </ac:spMkLst>
        </pc:spChg>
        <pc:spChg chg="add del mod">
          <ac:chgData name="Xin Luo" userId="82312ee5779919a4" providerId="LiveId" clId="{3C4A7AF4-6488-5041-B432-D36EF53163D3}" dt="2023-02-23T07:25:42.840" v="2313" actId="478"/>
          <ac:spMkLst>
            <pc:docMk/>
            <pc:sldMk cId="1209572041" sldId="2722"/>
            <ac:spMk id="5" creationId="{A5864BEB-996C-F0AF-3A0B-26BB46B4EE87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6" creationId="{D5048D8D-770E-37C2-8271-C710C5C8E2D0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8" creationId="{196BD59A-0CC5-48B3-F0DD-26A59FE6A391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9" creationId="{C753F62A-4457-3186-8C22-1660EC8CABE8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1" creationId="{53A7E693-8098-76C4-CD5D-47166ABEB164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3" creationId="{303BC878-BC57-D350-27A3-F03AE48213AC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4" creationId="{0DADB612-499B-577C-8C56-FA81A4204DD1}"/>
          </ac:spMkLst>
        </pc:spChg>
        <pc:spChg chg="del">
          <ac:chgData name="Xin Luo" userId="82312ee5779919a4" providerId="LiveId" clId="{3C4A7AF4-6488-5041-B432-D36EF53163D3}" dt="2023-02-23T01:32:29.566" v="1590" actId="478"/>
          <ac:spMkLst>
            <pc:docMk/>
            <pc:sldMk cId="1209572041" sldId="2722"/>
            <ac:spMk id="15" creationId="{8F7436BD-0CD5-04DA-2B44-925CE86CF70D}"/>
          </ac:spMkLst>
        </pc:spChg>
        <pc:spChg chg="del">
          <ac:chgData name="Xin Luo" userId="82312ee5779919a4" providerId="LiveId" clId="{3C4A7AF4-6488-5041-B432-D36EF53163D3}" dt="2023-02-23T01:32:29.566" v="1590" actId="478"/>
          <ac:spMkLst>
            <pc:docMk/>
            <pc:sldMk cId="1209572041" sldId="2722"/>
            <ac:spMk id="16" creationId="{5E1E7D79-A815-9A32-ABAB-129BFCE643F1}"/>
          </ac:spMkLst>
        </pc:spChg>
        <pc:spChg chg="del">
          <ac:chgData name="Xin Luo" userId="82312ee5779919a4" providerId="LiveId" clId="{3C4A7AF4-6488-5041-B432-D36EF53163D3}" dt="2023-02-23T01:32:26.511" v="1589" actId="478"/>
          <ac:spMkLst>
            <pc:docMk/>
            <pc:sldMk cId="1209572041" sldId="2722"/>
            <ac:spMk id="17" creationId="{9E05FFCA-3371-AF5C-381D-71D984055F5A}"/>
          </ac:spMkLst>
        </pc:sp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7" creationId="{C7993E05-4ADB-9D0C-E633-5749F445E479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" creationId="{26D555B6-DE11-BF17-8D9F-B5F93A876835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28" creationId="{9FA49340-63F1-4959-1786-FD893DE76CE9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0" creationId="{35CDAC06-D9CF-2AC8-535E-A1B01EC14218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2" creationId="{AFE202E8-A338-4627-93EE-5AD65BEE9525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4" creationId="{D5CBEF68-23C0-8F4A-FA5F-CB6BCAE76176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6" creationId="{5E2738F1-9461-1F5B-3007-2AA2AD20C330}"/>
          </ac:picMkLst>
        </pc:picChg>
        <pc:cxnChg chg="del">
          <ac:chgData name="Xin Luo" userId="82312ee5779919a4" providerId="LiveId" clId="{3C4A7AF4-6488-5041-B432-D36EF53163D3}" dt="2023-02-23T01:32:29.566" v="1590" actId="478"/>
          <ac:cxnSpMkLst>
            <pc:docMk/>
            <pc:sldMk cId="1209572041" sldId="2722"/>
            <ac:cxnSpMk id="12" creationId="{78FA799A-1F2C-F1DA-9F71-B1B8AFBC5758}"/>
          </ac:cxnSpMkLst>
        </pc:cxnChg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  <pc:spChg chg="mod">
          <ac:chgData name="Xin Luo" userId="82312ee5779919a4" providerId="LiveId" clId="{3C4A7AF4-6488-5041-B432-D36EF53163D3}" dt="2023-02-23T07:06:24.407" v="1980" actId="20577"/>
          <ac:spMkLst>
            <pc:docMk/>
            <pc:sldMk cId="2794277739" sldId="2723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7:19:15.938" v="2297" actId="1076"/>
          <ac:spMkLst>
            <pc:docMk/>
            <pc:sldMk cId="2794277739" sldId="2723"/>
            <ac:spMk id="4" creationId="{7D2A1925-7BBA-27BB-70E3-C015303A4605}"/>
          </ac:spMkLst>
        </pc:spChg>
        <pc:spChg chg="mod">
          <ac:chgData name="Xin Luo" userId="82312ee5779919a4" providerId="LiveId" clId="{3C4A7AF4-6488-5041-B432-D36EF53163D3}" dt="2023-02-23T07:19:11.984" v="2296" actId="1035"/>
          <ac:spMkLst>
            <pc:docMk/>
            <pc:sldMk cId="2794277739" sldId="2723"/>
            <ac:spMk id="5" creationId="{FCD10A89-5E0E-5D73-1D4F-9E11D943B29C}"/>
          </ac:spMkLst>
        </pc:spChg>
        <pc:spChg chg="add del mod">
          <ac:chgData name="Xin Luo" userId="82312ee5779919a4" providerId="LiveId" clId="{3C4A7AF4-6488-5041-B432-D36EF53163D3}" dt="2023-02-23T07:18:49.470" v="2269" actId="478"/>
          <ac:spMkLst>
            <pc:docMk/>
            <pc:sldMk cId="2794277739" sldId="2723"/>
            <ac:spMk id="6" creationId="{0CFC768D-C6B8-7C78-18C8-88120E1BA164}"/>
          </ac:spMkLst>
        </pc:spChg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  <pc:spChg chg="add del">
          <ac:chgData name="Xin Luo" userId="82312ee5779919a4" providerId="LiveId" clId="{3C4A7AF4-6488-5041-B432-D36EF53163D3}" dt="2023-02-23T07:57:53.654" v="2580" actId="478"/>
          <ac:spMkLst>
            <pc:docMk/>
            <pc:sldMk cId="2812212654" sldId="2723"/>
            <ac:spMk id="5" creationId="{32DB6C91-4B3F-C593-6DD6-5D44AE8A16A1}"/>
          </ac:spMkLst>
        </pc:spChg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  <pc:spChg chg="del">
          <ac:chgData name="Xin Luo" userId="82312ee5779919a4" providerId="LiveId" clId="{3C4A7AF4-6488-5041-B432-D36EF53163D3}" dt="2023-02-23T07:58:08.084" v="2584" actId="478"/>
          <ac:spMkLst>
            <pc:docMk/>
            <pc:sldMk cId="1937332499" sldId="2724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58:04.716" v="2583" actId="20577"/>
          <ac:spMkLst>
            <pc:docMk/>
            <pc:sldMk cId="1937332499" sldId="2724"/>
            <ac:spMk id="5" creationId="{9F4AEA98-0C33-E82A-EB75-839D0F0B55A4}"/>
          </ac:spMkLst>
        </pc:spChg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  <pc:spChg chg="del">
          <ac:chgData name="Xin Luo" userId="82312ee5779919a4" providerId="LiveId" clId="{3C4A7AF4-6488-5041-B432-D36EF53163D3}" dt="2023-02-23T07:58:44.285" v="2630" actId="478"/>
          <ac:spMkLst>
            <pc:docMk/>
            <pc:sldMk cId="353940032" sldId="2725"/>
            <ac:spMk id="5" creationId="{9F4AEA98-0C33-E82A-EB75-839D0F0B55A4}"/>
          </ac:spMkLst>
        </pc:spChg>
        <pc:spChg chg="add del mod">
          <ac:chgData name="Xin Luo" userId="82312ee5779919a4" providerId="LiveId" clId="{3C4A7AF4-6488-5041-B432-D36EF53163D3}" dt="2023-02-23T08:03:26.952" v="2830" actId="478"/>
          <ac:spMkLst>
            <pc:docMk/>
            <pc:sldMk cId="353940032" sldId="2725"/>
            <ac:spMk id="8" creationId="{B4BD9B36-DD0F-C605-CD8A-4496EF1E69FB}"/>
          </ac:spMkLst>
        </pc:spChg>
        <pc:spChg chg="add del mod">
          <ac:chgData name="Xin Luo" userId="82312ee5779919a4" providerId="LiveId" clId="{3C4A7AF4-6488-5041-B432-D36EF53163D3}" dt="2023-02-23T08:17:02.315" v="2960" actId="478"/>
          <ac:spMkLst>
            <pc:docMk/>
            <pc:sldMk cId="353940032" sldId="2725"/>
            <ac:spMk id="9" creationId="{C5D5B32B-C0A4-3998-E51B-D49719750C93}"/>
          </ac:spMkLst>
        </pc:spChg>
        <pc:spChg chg="add del">
          <ac:chgData name="Xin Luo" userId="82312ee5779919a4" providerId="LiveId" clId="{3C4A7AF4-6488-5041-B432-D36EF53163D3}" dt="2023-02-23T08:13:11.506" v="2838" actId="22"/>
          <ac:spMkLst>
            <pc:docMk/>
            <pc:sldMk cId="353940032" sldId="2725"/>
            <ac:spMk id="11" creationId="{394DCEF2-1A72-55F4-C8F5-0A6F901EB8C5}"/>
          </ac:spMkLst>
        </pc:spChg>
        <pc:spChg chg="add del mod">
          <ac:chgData name="Xin Luo" userId="82312ee5779919a4" providerId="LiveId" clId="{3C4A7AF4-6488-5041-B432-D36EF53163D3}" dt="2023-02-23T08:13:58.411" v="2853" actId="478"/>
          <ac:spMkLst>
            <pc:docMk/>
            <pc:sldMk cId="353940032" sldId="2725"/>
            <ac:spMk id="14" creationId="{CB13D4B6-397A-405A-F3FA-3AB8A074904A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18" creationId="{EA1F849C-A369-B918-F9E4-7A2F143D4F50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23" creationId="{86451A61-9A98-4F6C-FD33-95BBB6A82E9B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27" creationId="{B5505DF4-B06F-0E86-A93E-D8AA97280A97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32" creationId="{4C666A96-1F83-4E49-2237-FBD1F6223EE5}"/>
          </ac:spMkLst>
        </pc:spChg>
        <pc:spChg chg="add del mod">
          <ac:chgData name="Xin Luo" userId="82312ee5779919a4" providerId="LiveId" clId="{3C4A7AF4-6488-5041-B432-D36EF53163D3}" dt="2023-02-23T08:17:34.201" v="2978" actId="478"/>
          <ac:spMkLst>
            <pc:docMk/>
            <pc:sldMk cId="353940032" sldId="2725"/>
            <ac:spMk id="33" creationId="{58A165C7-14DF-84A3-969A-9CD45F1DCE16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36" creationId="{61265673-F240-13EE-D023-1E17A69A2015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41" creationId="{4AEBC326-1609-596B-8537-39F116527A31}"/>
          </ac:spMkLst>
        </pc:spChg>
        <pc:spChg chg="add mod">
          <ac:chgData name="Xin Luo" userId="82312ee5779919a4" providerId="LiveId" clId="{3C4A7AF4-6488-5041-B432-D36EF53163D3}" dt="2023-02-23T14:01:10.568" v="6309" actId="403"/>
          <ac:spMkLst>
            <pc:docMk/>
            <pc:sldMk cId="353940032" sldId="2725"/>
            <ac:spMk id="52" creationId="{BDCBD33D-9B4F-EBEE-30C8-194823DDF5C4}"/>
          </ac:spMkLst>
        </pc:spChg>
        <pc:picChg chg="add del mod">
          <ac:chgData name="Xin Luo" userId="82312ee5779919a4" providerId="LiveId" clId="{3C4A7AF4-6488-5041-B432-D36EF53163D3}" dt="2023-02-23T07:59:45.150" v="2636" actId="478"/>
          <ac:picMkLst>
            <pc:docMk/>
            <pc:sldMk cId="353940032" sldId="2725"/>
            <ac:picMk id="6" creationId="{ABF2538E-3931-684C-5309-B671AB9AA143}"/>
          </ac:picMkLst>
        </pc:picChg>
        <pc:picChg chg="add mod">
          <ac:chgData name="Xin Luo" userId="82312ee5779919a4" providerId="LiveId" clId="{3C4A7AF4-6488-5041-B432-D36EF53163D3}" dt="2023-02-23T14:01:07.716" v="6308" actId="1037"/>
          <ac:picMkLst>
            <pc:docMk/>
            <pc:sldMk cId="353940032" sldId="2725"/>
            <ac:picMk id="13" creationId="{8C9C030C-3B7C-019D-DCD0-031FFB65880B}"/>
          </ac:picMkLst>
        </pc:picChg>
        <pc:picChg chg="add del mod">
          <ac:chgData name="Xin Luo" userId="82312ee5779919a4" providerId="LiveId" clId="{3C4A7AF4-6488-5041-B432-D36EF53163D3}" dt="2023-02-23T08:14:05.156" v="2855"/>
          <ac:picMkLst>
            <pc:docMk/>
            <pc:sldMk cId="353940032" sldId="2725"/>
            <ac:picMk id="16" creationId="{77387614-61CB-0F04-BCF9-79224E134DDE}"/>
          </ac:picMkLst>
        </pc:picChg>
        <pc:picChg chg="add del mod">
          <ac:chgData name="Xin Luo" userId="82312ee5779919a4" providerId="LiveId" clId="{3C4A7AF4-6488-5041-B432-D36EF53163D3}" dt="2023-02-23T08:13:09.198" v="2836" actId="478"/>
          <ac:picMkLst>
            <pc:docMk/>
            <pc:sldMk cId="353940032" sldId="2725"/>
            <ac:picMk id="7170" creationId="{597AA3CD-2B11-EA12-7C93-7AEDDD1C97EB}"/>
          </ac:picMkLst>
        </pc:pic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0" creationId="{F2DADA90-0297-320A-7A9B-7BCB73C8D266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4" creationId="{82FB81A3-8873-C2B6-3A89-83770CDB4D12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8" creationId="{69368A4A-1E30-C7FF-93A8-823E0BFFDDAF}"/>
          </ac:cxnSpMkLst>
        </pc:cxnChg>
        <pc:cxnChg chg="add del mod">
          <ac:chgData name="Xin Luo" userId="82312ee5779919a4" providerId="LiveId" clId="{3C4A7AF4-6488-5041-B432-D36EF53163D3}" dt="2023-02-23T08:16:31.548" v="2938" actId="478"/>
          <ac:cxnSpMkLst>
            <pc:docMk/>
            <pc:sldMk cId="353940032" sldId="2725"/>
            <ac:cxnSpMk id="34" creationId="{BE0EC96C-0881-8776-2467-19FDCB952D04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37" creationId="{ED1D5863-9CEA-F4CB-B242-8166548C4786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43" creationId="{C3F4E5FF-54E3-E9AA-5351-C586D6201A32}"/>
          </ac:cxnSpMkLst>
        </pc:cxnChg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  <pc:spChg chg="mod">
          <ac:chgData name="Xin Luo" userId="82312ee5779919a4" providerId="LiveId" clId="{3C4A7AF4-6488-5041-B432-D36EF53163D3}" dt="2023-02-23T08:22:15.262" v="3115" actId="20577"/>
          <ac:spMkLst>
            <pc:docMk/>
            <pc:sldMk cId="45083394" sldId="2726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8:28:50.576" v="3636" actId="21"/>
          <ac:spMkLst>
            <pc:docMk/>
            <pc:sldMk cId="45083394" sldId="2726"/>
            <ac:spMk id="4" creationId="{D9BBA39C-AB76-6753-5B9C-0A4D018B0DED}"/>
          </ac:spMkLst>
        </pc:spChg>
        <pc:spChg chg="add mod">
          <ac:chgData name="Xin Luo" userId="82312ee5779919a4" providerId="LiveId" clId="{3C4A7AF4-6488-5041-B432-D36EF53163D3}" dt="2023-02-23T08:29:47.843" v="3720" actId="20577"/>
          <ac:spMkLst>
            <pc:docMk/>
            <pc:sldMk cId="45083394" sldId="2726"/>
            <ac:spMk id="8" creationId="{D11D64FF-DB4E-870B-A0A7-C88F2B6D8D18}"/>
          </ac:spMkLst>
        </pc:spChg>
        <pc:spChg chg="add mod">
          <ac:chgData name="Xin Luo" userId="82312ee5779919a4" providerId="LiveId" clId="{3C4A7AF4-6488-5041-B432-D36EF53163D3}" dt="2023-02-23T08:31:04.830" v="3778" actId="113"/>
          <ac:spMkLst>
            <pc:docMk/>
            <pc:sldMk cId="45083394" sldId="2726"/>
            <ac:spMk id="9" creationId="{43B7FFBD-DD4A-E963-5F79-321CB599D69F}"/>
          </ac:spMkLst>
        </pc:spChg>
        <pc:spChg chg="add mod">
          <ac:chgData name="Xin Luo" userId="82312ee5779919a4" providerId="LiveId" clId="{3C4A7AF4-6488-5041-B432-D36EF53163D3}" dt="2023-02-23T08:31:04.830" v="3778" actId="113"/>
          <ac:spMkLst>
            <pc:docMk/>
            <pc:sldMk cId="45083394" sldId="2726"/>
            <ac:spMk id="10" creationId="{169CC821-AC60-1C05-1AAB-8774F66B13FE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18" creationId="{EA1F849C-A369-B918-F9E4-7A2F143D4F50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23" creationId="{86451A61-9A98-4F6C-FD33-95BBB6A82E9B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27" creationId="{B5505DF4-B06F-0E86-A93E-D8AA97280A97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32" creationId="{4C666A96-1F83-4E49-2237-FBD1F6223EE5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36" creationId="{61265673-F240-13EE-D023-1E17A69A2015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41" creationId="{4AEBC326-1609-596B-8537-39F116527A31}"/>
          </ac:spMkLst>
        </pc:spChg>
        <pc:spChg chg="del">
          <ac:chgData name="Xin Luo" userId="82312ee5779919a4" providerId="LiveId" clId="{3C4A7AF4-6488-5041-B432-D36EF53163D3}" dt="2023-02-23T08:20:57.243" v="3036" actId="478"/>
          <ac:spMkLst>
            <pc:docMk/>
            <pc:sldMk cId="45083394" sldId="2726"/>
            <ac:spMk id="52" creationId="{BDCBD33D-9B4F-EBEE-30C8-194823DDF5C4}"/>
          </ac:spMkLst>
        </pc:spChg>
        <pc:picChg chg="add mod">
          <ac:chgData name="Xin Luo" userId="82312ee5779919a4" providerId="LiveId" clId="{3C4A7AF4-6488-5041-B432-D36EF53163D3}" dt="2023-02-23T08:29:04.406" v="3641" actId="1076"/>
          <ac:picMkLst>
            <pc:docMk/>
            <pc:sldMk cId="45083394" sldId="2726"/>
            <ac:picMk id="6" creationId="{8F0ECEE9-414A-4841-4298-78B3FB0882AD}"/>
          </ac:picMkLst>
        </pc:picChg>
        <pc:picChg chg="del">
          <ac:chgData name="Xin Luo" userId="82312ee5779919a4" providerId="LiveId" clId="{3C4A7AF4-6488-5041-B432-D36EF53163D3}" dt="2023-02-23T08:20:54.394" v="3035" actId="478"/>
          <ac:picMkLst>
            <pc:docMk/>
            <pc:sldMk cId="45083394" sldId="2726"/>
            <ac:picMk id="13" creationId="{8C9C030C-3B7C-019D-DCD0-031FFB65880B}"/>
          </ac:picMkLst>
        </pc:picChg>
        <pc:cxnChg chg="add mod">
          <ac:chgData name="Xin Luo" userId="82312ee5779919a4" providerId="LiveId" clId="{3C4A7AF4-6488-5041-B432-D36EF53163D3}" dt="2023-02-23T08:30:42.382" v="3770" actId="13822"/>
          <ac:cxnSpMkLst>
            <pc:docMk/>
            <pc:sldMk cId="45083394" sldId="2726"/>
            <ac:cxnSpMk id="12" creationId="{A43ECA29-12BC-846A-2DE4-6FB5931244DE}"/>
          </ac:cxnSpMkLst>
        </pc:cxnChg>
        <pc:cxnChg chg="add mod">
          <ac:chgData name="Xin Luo" userId="82312ee5779919a4" providerId="LiveId" clId="{3C4A7AF4-6488-5041-B432-D36EF53163D3}" dt="2023-02-23T08:30:54.723" v="3774" actId="14100"/>
          <ac:cxnSpMkLst>
            <pc:docMk/>
            <pc:sldMk cId="45083394" sldId="2726"/>
            <ac:cxnSpMk id="14" creationId="{6561B644-72BB-3413-18C9-17D070F6E82C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0" creationId="{F2DADA90-0297-320A-7A9B-7BCB73C8D266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4" creationId="{82FB81A3-8873-C2B6-3A89-83770CDB4D12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8" creationId="{69368A4A-1E30-C7FF-93A8-823E0BFFDDAF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37" creationId="{ED1D5863-9CEA-F4CB-B242-8166548C4786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43" creationId="{C3F4E5FF-54E3-E9AA-5351-C586D6201A32}"/>
          </ac:cxnSpMkLst>
        </pc:cxnChg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  <pc:spChg chg="mod">
          <ac:chgData name="Xin Luo" userId="82312ee5779919a4" providerId="LiveId" clId="{3C4A7AF4-6488-5041-B432-D36EF53163D3}" dt="2023-02-23T09:02:50.639" v="4813" actId="20577"/>
          <ac:spMkLst>
            <pc:docMk/>
            <pc:sldMk cId="148985918" sldId="2727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9:13:32.099" v="5259" actId="20577"/>
          <ac:spMkLst>
            <pc:docMk/>
            <pc:sldMk cId="148985918" sldId="2727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09:06:57.700" v="4996" actId="164"/>
          <ac:spMkLst>
            <pc:docMk/>
            <pc:sldMk cId="148985918" sldId="2727"/>
            <ac:spMk id="9" creationId="{2A57F97B-233C-EA66-362B-DE220896F614}"/>
          </ac:spMkLst>
        </pc:spChg>
        <pc:spChg chg="add mod">
          <ac:chgData name="Xin Luo" userId="82312ee5779919a4" providerId="LiveId" clId="{3C4A7AF4-6488-5041-B432-D36EF53163D3}" dt="2023-02-23T09:06:57.700" v="4996" actId="164"/>
          <ac:spMkLst>
            <pc:docMk/>
            <pc:sldMk cId="148985918" sldId="2727"/>
            <ac:spMk id="10" creationId="{05061545-3FDF-F0F7-4A20-489EFC9330A5}"/>
          </ac:spMkLst>
        </pc:spChg>
        <pc:spChg chg="add del mod">
          <ac:chgData name="Xin Luo" userId="82312ee5779919a4" providerId="LiveId" clId="{3C4A7AF4-6488-5041-B432-D36EF53163D3}" dt="2023-02-23T09:07:43.842" v="5057" actId="478"/>
          <ac:spMkLst>
            <pc:docMk/>
            <pc:sldMk cId="148985918" sldId="2727"/>
            <ac:spMk id="14" creationId="{2A050FDD-5C29-A58A-197A-D5C19F9B5220}"/>
          </ac:spMkLst>
        </pc:spChg>
        <pc:spChg chg="add mod">
          <ac:chgData name="Xin Luo" userId="82312ee5779919a4" providerId="LiveId" clId="{3C4A7AF4-6488-5041-B432-D36EF53163D3}" dt="2023-02-23T09:09:33.604" v="5094" actId="164"/>
          <ac:spMkLst>
            <pc:docMk/>
            <pc:sldMk cId="148985918" sldId="2727"/>
            <ac:spMk id="15" creationId="{DF93D913-36DA-AAF7-8561-3F9531FE4A54}"/>
          </ac:spMkLst>
        </pc:spChg>
        <pc:spChg chg="add mod">
          <ac:chgData name="Xin Luo" userId="82312ee5779919a4" providerId="LiveId" clId="{3C4A7AF4-6488-5041-B432-D36EF53163D3}" dt="2023-02-23T09:09:33.604" v="5094" actId="164"/>
          <ac:spMkLst>
            <pc:docMk/>
            <pc:sldMk cId="148985918" sldId="2727"/>
            <ac:spMk id="16" creationId="{A455D8E5-C706-2A45-C85C-DFAC15A06B89}"/>
          </ac:spMkLst>
        </pc:spChg>
        <pc:grpChg chg="add mod">
          <ac:chgData name="Xin Luo" userId="82312ee5779919a4" providerId="LiveId" clId="{3C4A7AF4-6488-5041-B432-D36EF53163D3}" dt="2023-02-23T09:13:39.268" v="5260" actId="1076"/>
          <ac:grpSpMkLst>
            <pc:docMk/>
            <pc:sldMk cId="148985918" sldId="2727"/>
            <ac:grpSpMk id="13" creationId="{1FD0C9A9-218B-07EF-0C27-42925534088E}"/>
          </ac:grpSpMkLst>
        </pc:grpChg>
        <pc:grpChg chg="add mod">
          <ac:chgData name="Xin Luo" userId="82312ee5779919a4" providerId="LiveId" clId="{3C4A7AF4-6488-5041-B432-D36EF53163D3}" dt="2023-02-23T09:13:39.268" v="5260" actId="1076"/>
          <ac:grpSpMkLst>
            <pc:docMk/>
            <pc:sldMk cId="148985918" sldId="2727"/>
            <ac:grpSpMk id="17" creationId="{48848DA8-CFA1-BCEC-5CB7-145BDC28B35D}"/>
          </ac:grpSpMkLst>
        </pc:grpChg>
        <pc:picChg chg="add del mod">
          <ac:chgData name="Xin Luo" userId="82312ee5779919a4" providerId="LiveId" clId="{3C4A7AF4-6488-5041-B432-D36EF53163D3}" dt="2023-02-23T08:54:57.402" v="4456" actId="21"/>
          <ac:picMkLst>
            <pc:docMk/>
            <pc:sldMk cId="148985918" sldId="2727"/>
            <ac:picMk id="5" creationId="{EBA5FE03-5125-C70A-F513-A5C24B3C1A14}"/>
          </ac:picMkLst>
        </pc:picChg>
        <pc:picChg chg="add mod">
          <ac:chgData name="Xin Luo" userId="82312ee5779919a4" providerId="LiveId" clId="{3C4A7AF4-6488-5041-B432-D36EF53163D3}" dt="2023-02-23T09:06:57.700" v="4996" actId="164"/>
          <ac:picMkLst>
            <pc:docMk/>
            <pc:sldMk cId="148985918" sldId="2727"/>
            <ac:picMk id="7" creationId="{2A956C61-5B6E-D321-B51C-B54690362CE0}"/>
          </ac:picMkLst>
        </pc:picChg>
        <pc:picChg chg="add mod">
          <ac:chgData name="Xin Luo" userId="82312ee5779919a4" providerId="LiveId" clId="{3C4A7AF4-6488-5041-B432-D36EF53163D3}" dt="2023-02-23T09:09:33.604" v="5094" actId="164"/>
          <ac:picMkLst>
            <pc:docMk/>
            <pc:sldMk cId="148985918" sldId="2727"/>
            <ac:picMk id="12" creationId="{66610A52-7A60-4351-A358-E26F160E7D72}"/>
          </ac:picMkLst>
        </pc:picChg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  <pc:spChg chg="del">
          <ac:chgData name="Xin Luo" userId="82312ee5779919a4" providerId="LiveId" clId="{3C4A7AF4-6488-5041-B432-D36EF53163D3}" dt="2023-02-23T08:31:33.135" v="3781" actId="478"/>
          <ac:spMkLst>
            <pc:docMk/>
            <pc:sldMk cId="3544980656" sldId="2728"/>
            <ac:spMk id="4" creationId="{D9BBA39C-AB76-6753-5B9C-0A4D018B0DED}"/>
          </ac:spMkLst>
        </pc:spChg>
        <pc:spChg chg="del">
          <ac:chgData name="Xin Luo" userId="82312ee5779919a4" providerId="LiveId" clId="{3C4A7AF4-6488-5041-B432-D36EF53163D3}" dt="2023-02-23T08:31:29.753" v="3780" actId="478"/>
          <ac:spMkLst>
            <pc:docMk/>
            <pc:sldMk cId="3544980656" sldId="2728"/>
            <ac:spMk id="8" creationId="{D11D64FF-DB4E-870B-A0A7-C88F2B6D8D18}"/>
          </ac:spMkLst>
        </pc:spChg>
        <pc:spChg chg="del">
          <ac:chgData name="Xin Luo" userId="82312ee5779919a4" providerId="LiveId" clId="{3C4A7AF4-6488-5041-B432-D36EF53163D3}" dt="2023-02-23T08:31:36.177" v="3782" actId="478"/>
          <ac:spMkLst>
            <pc:docMk/>
            <pc:sldMk cId="3544980656" sldId="2728"/>
            <ac:spMk id="9" creationId="{43B7FFBD-DD4A-E963-5F79-321CB599D69F}"/>
          </ac:spMkLst>
        </pc:spChg>
        <pc:spChg chg="del">
          <ac:chgData name="Xin Luo" userId="82312ee5779919a4" providerId="LiveId" clId="{3C4A7AF4-6488-5041-B432-D36EF53163D3}" dt="2023-02-23T08:31:36.177" v="3782" actId="478"/>
          <ac:spMkLst>
            <pc:docMk/>
            <pc:sldMk cId="3544980656" sldId="2728"/>
            <ac:spMk id="10" creationId="{169CC821-AC60-1C05-1AAB-8774F66B13FE}"/>
          </ac:spMkLst>
        </pc:spChg>
        <pc:picChg chg="del">
          <ac:chgData name="Xin Luo" userId="82312ee5779919a4" providerId="LiveId" clId="{3C4A7AF4-6488-5041-B432-D36EF53163D3}" dt="2023-02-23T08:31:36.177" v="3782" actId="478"/>
          <ac:picMkLst>
            <pc:docMk/>
            <pc:sldMk cId="3544980656" sldId="2728"/>
            <ac:picMk id="6" creationId="{8F0ECEE9-414A-4841-4298-78B3FB0882AD}"/>
          </ac:picMkLst>
        </pc:picChg>
        <pc:picChg chg="add mod">
          <ac:chgData name="Xin Luo" userId="82312ee5779919a4" providerId="LiveId" clId="{3C4A7AF4-6488-5041-B432-D36EF53163D3}" dt="2023-02-23T08:32:21.875" v="3790" actId="1076"/>
          <ac:picMkLst>
            <pc:docMk/>
            <pc:sldMk cId="3544980656" sldId="2728"/>
            <ac:picMk id="7" creationId="{E9C83831-84AF-EB65-1442-172F35DE9DAB}"/>
          </ac:picMkLst>
        </pc:picChg>
        <pc:cxnChg chg="del">
          <ac:chgData name="Xin Luo" userId="82312ee5779919a4" providerId="LiveId" clId="{3C4A7AF4-6488-5041-B432-D36EF53163D3}" dt="2023-02-23T08:31:36.177" v="3782" actId="478"/>
          <ac:cxnSpMkLst>
            <pc:docMk/>
            <pc:sldMk cId="3544980656" sldId="2728"/>
            <ac:cxnSpMk id="12" creationId="{A43ECA29-12BC-846A-2DE4-6FB5931244DE}"/>
          </ac:cxnSpMkLst>
        </pc:cxnChg>
        <pc:cxnChg chg="del">
          <ac:chgData name="Xin Luo" userId="82312ee5779919a4" providerId="LiveId" clId="{3C4A7AF4-6488-5041-B432-D36EF53163D3}" dt="2023-02-23T08:31:36.177" v="3782" actId="478"/>
          <ac:cxnSpMkLst>
            <pc:docMk/>
            <pc:sldMk cId="3544980656" sldId="2728"/>
            <ac:cxnSpMk id="14" creationId="{6561B644-72BB-3413-18C9-17D070F6E82C}"/>
          </ac:cxnSpMkLst>
        </pc:cxnChg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  <pc:spChg chg="mod">
          <ac:chgData name="Xin Luo" userId="82312ee5779919a4" providerId="LiveId" clId="{3C4A7AF4-6488-5041-B432-D36EF53163D3}" dt="2023-02-23T09:02:43.022" v="4809" actId="20577"/>
          <ac:spMkLst>
            <pc:docMk/>
            <pc:sldMk cId="1664139585" sldId="2729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8:46:44.018" v="4297" actId="20577"/>
          <ac:spMkLst>
            <pc:docMk/>
            <pc:sldMk cId="1664139585" sldId="2729"/>
            <ac:spMk id="4" creationId="{A48F68EC-B4FA-96B9-0619-1D7CA71743F2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8" creationId="{9597684A-B805-E883-E79A-691F6EF9A66B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2" creationId="{E306EF68-0494-C32C-D024-73CAA4391062}"/>
          </ac:spMkLst>
        </pc:spChg>
        <pc:spChg chg="add del mod">
          <ac:chgData name="Xin Luo" userId="82312ee5779919a4" providerId="LiveId" clId="{3C4A7AF4-6488-5041-B432-D36EF53163D3}" dt="2023-02-23T08:46:58.841" v="4299"/>
          <ac:spMkLst>
            <pc:docMk/>
            <pc:sldMk cId="1664139585" sldId="2729"/>
            <ac:spMk id="13" creationId="{1F1152D4-0A0D-97DF-84F0-894EBB9433D0}"/>
          </ac:spMkLst>
        </pc:spChg>
        <pc:spChg chg="add del mod">
          <ac:chgData name="Xin Luo" userId="82312ee5779919a4" providerId="LiveId" clId="{3C4A7AF4-6488-5041-B432-D36EF53163D3}" dt="2023-02-23T08:47:04.887" v="4301"/>
          <ac:spMkLst>
            <pc:docMk/>
            <pc:sldMk cId="1664139585" sldId="2729"/>
            <ac:spMk id="14" creationId="{1002F82A-FD74-219B-01B5-80247C07A991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6" creationId="{E2DA478E-BBDA-94A9-C4E5-8DF31834C994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7" creationId="{FBB4FC8D-8E08-9397-E459-DBB800FF6754}"/>
          </ac:spMkLst>
        </pc:spChg>
        <pc:grpChg chg="add mod">
          <ac:chgData name="Xin Luo" userId="82312ee5779919a4" providerId="LiveId" clId="{3C4A7AF4-6488-5041-B432-D36EF53163D3}" dt="2023-02-23T08:47:57.186" v="4348" actId="164"/>
          <ac:grpSpMkLst>
            <pc:docMk/>
            <pc:sldMk cId="1664139585" sldId="2729"/>
            <ac:grpSpMk id="9" creationId="{AB82EF5E-36B6-4B68-763F-8260BCED7E25}"/>
          </ac:grpSpMkLst>
        </pc:grpChg>
        <pc:grpChg chg="add mod">
          <ac:chgData name="Xin Luo" userId="82312ee5779919a4" providerId="LiveId" clId="{3C4A7AF4-6488-5041-B432-D36EF53163D3}" dt="2023-02-23T08:48:31.559" v="4354" actId="1076"/>
          <ac:grpSpMkLst>
            <pc:docMk/>
            <pc:sldMk cId="1664139585" sldId="2729"/>
            <ac:grpSpMk id="18" creationId="{0DD68EE4-6630-75BA-7E39-99DB63529BEC}"/>
          </ac:grpSpMkLst>
        </pc:grpChg>
        <pc:grpChg chg="add mod">
          <ac:chgData name="Xin Luo" userId="82312ee5779919a4" providerId="LiveId" clId="{3C4A7AF4-6488-5041-B432-D36EF53163D3}" dt="2023-02-23T08:48:31.559" v="4354" actId="1076"/>
          <ac:grpSpMkLst>
            <pc:docMk/>
            <pc:sldMk cId="1664139585" sldId="2729"/>
            <ac:grpSpMk id="19" creationId="{CC13FC93-9D53-8437-285C-997C8D3C5460}"/>
          </ac:grpSpMkLst>
        </pc:grpChg>
        <pc:picChg chg="add mod">
          <ac:chgData name="Xin Luo" userId="82312ee5779919a4" providerId="LiveId" clId="{3C4A7AF4-6488-5041-B432-D36EF53163D3}" dt="2023-02-23T08:44:29.871" v="4141" actId="164"/>
          <ac:picMkLst>
            <pc:docMk/>
            <pc:sldMk cId="1664139585" sldId="2729"/>
            <ac:picMk id="6" creationId="{1DE4B58D-C83F-B09C-55FD-73CA2236BAC9}"/>
          </ac:picMkLst>
        </pc:picChg>
        <pc:picChg chg="del">
          <ac:chgData name="Xin Luo" userId="82312ee5779919a4" providerId="LiveId" clId="{3C4A7AF4-6488-5041-B432-D36EF53163D3}" dt="2023-02-23T08:32:51.104" v="3831" actId="478"/>
          <ac:picMkLst>
            <pc:docMk/>
            <pc:sldMk cId="1664139585" sldId="2729"/>
            <ac:picMk id="7" creationId="{E9C83831-84AF-EB65-1442-172F35DE9DAB}"/>
          </ac:picMkLst>
        </pc:picChg>
        <pc:picChg chg="add mod">
          <ac:chgData name="Xin Luo" userId="82312ee5779919a4" providerId="LiveId" clId="{3C4A7AF4-6488-5041-B432-D36EF53163D3}" dt="2023-02-23T08:48:23.436" v="4353" actId="14100"/>
          <ac:picMkLst>
            <pc:docMk/>
            <pc:sldMk cId="1664139585" sldId="2729"/>
            <ac:picMk id="11" creationId="{BE4A142E-6DBB-4445-BF78-4D6C23EB8C69}"/>
          </ac:picMkLst>
        </pc:picChg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  <pc:spChg chg="mod">
          <ac:chgData name="Xin Luo" userId="82312ee5779919a4" providerId="LiveId" clId="{3C4A7AF4-6488-5041-B432-D36EF53163D3}" dt="2023-02-23T09:02:46.545" v="4811" actId="20577"/>
          <ac:spMkLst>
            <pc:docMk/>
            <pc:sldMk cId="3561803108" sldId="2730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8:57:21.442" v="4706" actId="20577"/>
          <ac:spMkLst>
            <pc:docMk/>
            <pc:sldMk cId="3561803108" sldId="2730"/>
            <ac:spMk id="4" creationId="{A48F68EC-B4FA-96B9-0619-1D7CA71743F2}"/>
          </ac:spMkLst>
        </pc:spChg>
        <pc:spChg chg="add mod">
          <ac:chgData name="Xin Luo" userId="82312ee5779919a4" providerId="LiveId" clId="{3C4A7AF4-6488-5041-B432-D36EF53163D3}" dt="2023-02-23T08:59:18.569" v="4780" actId="1076"/>
          <ac:spMkLst>
            <pc:docMk/>
            <pc:sldMk cId="3561803108" sldId="2730"/>
            <ac:spMk id="13" creationId="{04321939-84B1-BDA1-9A32-0A1D3A224B4E}"/>
          </ac:spMkLst>
        </pc:spChg>
        <pc:spChg chg="add mod">
          <ac:chgData name="Xin Luo" userId="82312ee5779919a4" providerId="LiveId" clId="{3C4A7AF4-6488-5041-B432-D36EF53163D3}" dt="2023-02-23T08:59:05.661" v="4776" actId="1076"/>
          <ac:spMkLst>
            <pc:docMk/>
            <pc:sldMk cId="3561803108" sldId="2730"/>
            <ac:spMk id="14" creationId="{44C585EA-9BC6-24DF-B96C-D6B18443B7ED}"/>
          </ac:spMkLst>
        </pc:spChg>
        <pc:grpChg chg="del">
          <ac:chgData name="Xin Luo" userId="82312ee5779919a4" providerId="LiveId" clId="{3C4A7AF4-6488-5041-B432-D36EF53163D3}" dt="2023-02-23T08:51:50.637" v="4356" actId="478"/>
          <ac:grpSpMkLst>
            <pc:docMk/>
            <pc:sldMk cId="3561803108" sldId="2730"/>
            <ac:grpSpMk id="18" creationId="{0DD68EE4-6630-75BA-7E39-99DB63529BEC}"/>
          </ac:grpSpMkLst>
        </pc:grpChg>
        <pc:grpChg chg="del">
          <ac:chgData name="Xin Luo" userId="82312ee5779919a4" providerId="LiveId" clId="{3C4A7AF4-6488-5041-B432-D36EF53163D3}" dt="2023-02-23T08:51:50.637" v="4356" actId="478"/>
          <ac:grpSpMkLst>
            <pc:docMk/>
            <pc:sldMk cId="3561803108" sldId="2730"/>
            <ac:grpSpMk id="19" creationId="{CC13FC93-9D53-8437-285C-997C8D3C5460}"/>
          </ac:grpSpMkLst>
        </pc:grpChg>
        <pc:picChg chg="add mod">
          <ac:chgData name="Xin Luo" userId="82312ee5779919a4" providerId="LiveId" clId="{3C4A7AF4-6488-5041-B432-D36EF53163D3}" dt="2023-02-23T08:59:15.233" v="4779" actId="1076"/>
          <ac:picMkLst>
            <pc:docMk/>
            <pc:sldMk cId="3561803108" sldId="2730"/>
            <ac:picMk id="5" creationId="{A93DD3EB-FFE1-BEF3-1059-6F1C5837F783}"/>
          </ac:picMkLst>
        </pc:picChg>
        <pc:picChg chg="add mod">
          <ac:chgData name="Xin Luo" userId="82312ee5779919a4" providerId="LiveId" clId="{3C4A7AF4-6488-5041-B432-D36EF53163D3}" dt="2023-02-23T08:58:08.013" v="4717" actId="1076"/>
          <ac:picMkLst>
            <pc:docMk/>
            <pc:sldMk cId="3561803108" sldId="2730"/>
            <ac:picMk id="10" creationId="{D64AD824-256D-4966-4AC9-6C2C2EA4A0CC}"/>
          </ac:picMkLst>
        </pc:picChg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  <pc:spChg chg="mod">
          <ac:chgData name="Xin Luo" userId="82312ee5779919a4" providerId="LiveId" clId="{3C4A7AF4-6488-5041-B432-D36EF53163D3}" dt="2023-02-23T09:13:26.596" v="5258" actId="20577"/>
          <ac:spMkLst>
            <pc:docMk/>
            <pc:sldMk cId="236610701" sldId="2731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1" creationId="{9E5C7F14-8DBC-F1A3-04A2-0F4098DCEFB1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4" creationId="{686F3DD9-150B-080E-A0DD-364869B53625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8" creationId="{0EA5ECFB-D617-12D2-A81B-C4CFF2A4717D}"/>
          </ac:spMkLst>
        </pc:spChg>
        <pc:spChg chg="add del mod">
          <ac:chgData name="Xin Luo" userId="82312ee5779919a4" providerId="LiveId" clId="{3C4A7AF4-6488-5041-B432-D36EF53163D3}" dt="2023-02-23T09:16:21.438" v="5320"/>
          <ac:spMkLst>
            <pc:docMk/>
            <pc:sldMk cId="236610701" sldId="2731"/>
            <ac:spMk id="21" creationId="{8BED0A83-9C8C-9FEE-3D3C-E0DDB3352BF2}"/>
          </ac:spMkLst>
        </pc:spChg>
        <pc:spChg chg="add mod">
          <ac:chgData name="Xin Luo" userId="82312ee5779919a4" providerId="LiveId" clId="{3C4A7AF4-6488-5041-B432-D36EF53163D3}" dt="2023-02-23T09:17:22.065" v="5366" actId="164"/>
          <ac:spMkLst>
            <pc:docMk/>
            <pc:sldMk cId="236610701" sldId="2731"/>
            <ac:spMk id="24" creationId="{2BC5AFCA-8C0F-694D-C8E4-96DC57905D7C}"/>
          </ac:spMkLst>
        </pc:spChg>
        <pc:spChg chg="add mod">
          <ac:chgData name="Xin Luo" userId="82312ee5779919a4" providerId="LiveId" clId="{3C4A7AF4-6488-5041-B432-D36EF53163D3}" dt="2023-02-23T11:42:21.434" v="5641" actId="20577"/>
          <ac:spMkLst>
            <pc:docMk/>
            <pc:sldMk cId="236610701" sldId="2731"/>
            <ac:spMk id="27" creationId="{277CEA1D-ACA7-1951-68B0-9AFFF02511BD}"/>
          </ac:spMkLst>
        </pc:spChg>
        <pc:grpChg chg="del">
          <ac:chgData name="Xin Luo" userId="82312ee5779919a4" providerId="LiveId" clId="{3C4A7AF4-6488-5041-B432-D36EF53163D3}" dt="2023-02-23T09:13:14.650" v="5252" actId="478"/>
          <ac:grpSpMkLst>
            <pc:docMk/>
            <pc:sldMk cId="236610701" sldId="2731"/>
            <ac:grpSpMk id="13" creationId="{1FD0C9A9-218B-07EF-0C27-42925534088E}"/>
          </ac:grpSpMkLst>
        </pc:grpChg>
        <pc:grpChg chg="del">
          <ac:chgData name="Xin Luo" userId="82312ee5779919a4" providerId="LiveId" clId="{3C4A7AF4-6488-5041-B432-D36EF53163D3}" dt="2023-02-23T09:13:16.234" v="5253" actId="478"/>
          <ac:grpSpMkLst>
            <pc:docMk/>
            <pc:sldMk cId="236610701" sldId="2731"/>
            <ac:grpSpMk id="17" creationId="{48848DA8-CFA1-BCEC-5CB7-145BDC28B35D}"/>
          </ac:grpSpMkLst>
        </pc:grpChg>
        <pc:grpChg chg="add mod">
          <ac:chgData name="Xin Luo" userId="82312ee5779919a4" providerId="LiveId" clId="{3C4A7AF4-6488-5041-B432-D36EF53163D3}" dt="2023-02-23T09:20:40.507" v="5582" actId="1076"/>
          <ac:grpSpMkLst>
            <pc:docMk/>
            <pc:sldMk cId="236610701" sldId="2731"/>
            <ac:grpSpMk id="25" creationId="{0B21BADB-6B5A-522D-BF02-92EE6C415AC5}"/>
          </ac:grpSpMkLst>
        </pc:grpChg>
        <pc:grpChg chg="add mod">
          <ac:chgData name="Xin Luo" userId="82312ee5779919a4" providerId="LiveId" clId="{3C4A7AF4-6488-5041-B432-D36EF53163D3}" dt="2023-02-23T09:17:26.318" v="5367" actId="164"/>
          <ac:grpSpMkLst>
            <pc:docMk/>
            <pc:sldMk cId="236610701" sldId="2731"/>
            <ac:grpSpMk id="26" creationId="{5B1A5EB8-5704-DE8A-ECFB-CA0887FF9903}"/>
          </ac:grpSpMkLst>
        </pc:grpChg>
        <pc:grpChg chg="add mod">
          <ac:chgData name="Xin Luo" userId="82312ee5779919a4" providerId="LiveId" clId="{3C4A7AF4-6488-5041-B432-D36EF53163D3}" dt="2023-02-23T09:22:32.183" v="5612" actId="14100"/>
          <ac:grpSpMkLst>
            <pc:docMk/>
            <pc:sldMk cId="236610701" sldId="2731"/>
            <ac:grpSpMk id="40" creationId="{6EB5AEC1-1519-3329-CA3D-552C73370758}"/>
          </ac:grpSpMkLst>
        </pc:grpChg>
        <pc:picChg chg="add del mod">
          <ac:chgData name="Xin Luo" userId="82312ee5779919a4" providerId="LiveId" clId="{3C4A7AF4-6488-5041-B432-D36EF53163D3}" dt="2023-02-23T09:13:09.369" v="5251" actId="21"/>
          <ac:picMkLst>
            <pc:docMk/>
            <pc:sldMk cId="236610701" sldId="2731"/>
            <ac:picMk id="5" creationId="{DDA50919-604F-7994-0EBE-62535FEF2A8F}"/>
          </ac:picMkLst>
        </pc:picChg>
        <pc:picChg chg="add mod">
          <ac:chgData name="Xin Luo" userId="82312ee5779919a4" providerId="LiveId" clId="{3C4A7AF4-6488-5041-B432-D36EF53163D3}" dt="2023-02-23T09:17:26.318" v="5367" actId="164"/>
          <ac:picMkLst>
            <pc:docMk/>
            <pc:sldMk cId="236610701" sldId="2731"/>
            <ac:picMk id="6" creationId="{B0A2D4E0-98C8-E402-421A-F04C8C179FCD}"/>
          </ac:picMkLst>
        </pc:picChg>
        <pc:picChg chg="add mod">
          <ac:chgData name="Xin Luo" userId="82312ee5779919a4" providerId="LiveId" clId="{3C4A7AF4-6488-5041-B432-D36EF53163D3}" dt="2023-02-23T09:17:22.065" v="5366" actId="164"/>
          <ac:picMkLst>
            <pc:docMk/>
            <pc:sldMk cId="236610701" sldId="2731"/>
            <ac:picMk id="23" creationId="{EDB68736-0547-1775-0EC0-381F53A99851}"/>
          </ac:picMkLst>
        </pc:picChg>
        <pc:cxnChg chg="add mod">
          <ac:chgData name="Xin Luo" userId="82312ee5779919a4" providerId="LiveId" clId="{3C4A7AF4-6488-5041-B432-D36EF53163D3}" dt="2023-02-23T09:17:26.318" v="5367" actId="164"/>
          <ac:cxnSpMkLst>
            <pc:docMk/>
            <pc:sldMk cId="236610701" sldId="2731"/>
            <ac:cxnSpMk id="20" creationId="{20EA748A-F362-CFAF-00A1-8064C2727630}"/>
          </ac:cxnSpMkLst>
        </pc:cxnChg>
        <pc:cxnChg chg="add mod">
          <ac:chgData name="Xin Luo" userId="82312ee5779919a4" providerId="LiveId" clId="{3C4A7AF4-6488-5041-B432-D36EF53163D3}" dt="2023-02-23T09:22:56.564" v="5618" actId="1582"/>
          <ac:cxnSpMkLst>
            <pc:docMk/>
            <pc:sldMk cId="236610701" sldId="2731"/>
            <ac:cxnSpMk id="28" creationId="{22ABCAC2-3896-1807-0504-ED7D00362192}"/>
          </ac:cxnSpMkLst>
        </pc:cxnChg>
        <pc:cxnChg chg="add mod">
          <ac:chgData name="Xin Luo" userId="82312ee5779919a4" providerId="LiveId" clId="{3C4A7AF4-6488-5041-B432-D36EF53163D3}" dt="2023-02-23T09:22:56.564" v="5618" actId="1582"/>
          <ac:cxnSpMkLst>
            <pc:docMk/>
            <pc:sldMk cId="236610701" sldId="2731"/>
            <ac:cxnSpMk id="31" creationId="{00341ACC-3D99-3C97-0E83-F5CD7B18B865}"/>
          </ac:cxnSpMkLst>
        </pc:cxnChg>
        <pc:cxnChg chg="add mod">
          <ac:chgData name="Xin Luo" userId="82312ee5779919a4" providerId="LiveId" clId="{3C4A7AF4-6488-5041-B432-D36EF53163D3}" dt="2023-02-23T09:23:20.010" v="5622" actId="14100"/>
          <ac:cxnSpMkLst>
            <pc:docMk/>
            <pc:sldMk cId="236610701" sldId="2731"/>
            <ac:cxnSpMk id="34" creationId="{85A86870-8686-A430-1EC5-D3515360DAE4}"/>
          </ac:cxnSpMkLst>
        </pc:cxnChg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  <pc:spChg chg="mod">
          <ac:chgData name="Xin Luo" userId="82312ee5779919a4" providerId="LiveId" clId="{3C4A7AF4-6488-5041-B432-D36EF53163D3}" dt="2023-02-23T09:23:56.813" v="5638" actId="20577"/>
          <ac:spMkLst>
            <pc:docMk/>
            <pc:sldMk cId="1986913413" sldId="2732"/>
            <ac:spMk id="2" creationId="{631AADB6-C88A-D817-4683-FC087E4E240F}"/>
          </ac:spMkLst>
        </pc:spChg>
        <pc:spChg chg="add del mod">
          <ac:chgData name="Xin Luo" userId="82312ee5779919a4" providerId="LiveId" clId="{3C4A7AF4-6488-5041-B432-D36EF53163D3}" dt="2023-02-23T13:49:16.589" v="6211" actId="1036"/>
          <ac:spMkLst>
            <pc:docMk/>
            <pc:sldMk cId="1986913413" sldId="2732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6" creationId="{3E7D4095-D2BB-E6C2-A00B-51E8F93D4AE6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7" creationId="{2FD57DA2-ED22-9246-7698-C699E342AAED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9" creationId="{2D2DD260-BF22-E834-D80F-BCFA1E042E54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21" creationId="{E8AF9E53-BC95-D1E3-82CA-CCA0B85D0BAB}"/>
          </ac:spMkLst>
        </pc:spChg>
        <pc:spChg chg="del">
          <ac:chgData name="Xin Luo" userId="82312ee5779919a4" providerId="LiveId" clId="{3C4A7AF4-6488-5041-B432-D36EF53163D3}" dt="2023-02-23T09:23:50.475" v="5626" actId="478"/>
          <ac:spMkLst>
            <pc:docMk/>
            <pc:sldMk cId="1986913413" sldId="2732"/>
            <ac:spMk id="27" creationId="{277CEA1D-ACA7-1951-68B0-9AFFF02511BD}"/>
          </ac:spMkLst>
        </pc:spChg>
        <pc:grpChg chg="del">
          <ac:chgData name="Xin Luo" userId="82312ee5779919a4" providerId="LiveId" clId="{3C4A7AF4-6488-5041-B432-D36EF53163D3}" dt="2023-02-23T09:23:46.458" v="5625" actId="478"/>
          <ac:grpSpMkLst>
            <pc:docMk/>
            <pc:sldMk cId="1986913413" sldId="2732"/>
            <ac:grpSpMk id="25" creationId="{0B21BADB-6B5A-522D-BF02-92EE6C415AC5}"/>
          </ac:grpSpMkLst>
        </pc:grpChg>
        <pc:grpChg chg="del">
          <ac:chgData name="Xin Luo" userId="82312ee5779919a4" providerId="LiveId" clId="{3C4A7AF4-6488-5041-B432-D36EF53163D3}" dt="2023-02-23T09:23:44.579" v="5624" actId="478"/>
          <ac:grpSpMkLst>
            <pc:docMk/>
            <pc:sldMk cId="1986913413" sldId="2732"/>
            <ac:grpSpMk id="26" creationId="{5B1A5EB8-5704-DE8A-ECFB-CA0887FF9903}"/>
          </ac:grpSpMkLst>
        </pc:grpChg>
        <pc:grpChg chg="add mod">
          <ac:chgData name="Xin Luo" userId="82312ee5779919a4" providerId="LiveId" clId="{3C4A7AF4-6488-5041-B432-D36EF53163D3}" dt="2023-02-23T13:39:58.827" v="6149" actId="164"/>
          <ac:grpSpMkLst>
            <pc:docMk/>
            <pc:sldMk cId="1986913413" sldId="2732"/>
            <ac:grpSpMk id="33" creationId="{1E36E9C9-B23B-0B90-084E-246D2143D484}"/>
          </ac:grpSpMkLst>
        </pc:grpChg>
        <pc:grpChg chg="del">
          <ac:chgData name="Xin Luo" userId="82312ee5779919a4" providerId="LiveId" clId="{3C4A7AF4-6488-5041-B432-D36EF53163D3}" dt="2023-02-23T09:23:50.475" v="5626" actId="478"/>
          <ac:grpSpMkLst>
            <pc:docMk/>
            <pc:sldMk cId="1986913413" sldId="2732"/>
            <ac:grpSpMk id="40" creationId="{6EB5AEC1-1519-3329-CA3D-552C73370758}"/>
          </ac:grpSpMkLst>
        </pc:grpChg>
        <pc:picChg chg="add del mod">
          <ac:chgData name="Xin Luo" userId="82312ee5779919a4" providerId="LiveId" clId="{3C4A7AF4-6488-5041-B432-D36EF53163D3}" dt="2023-02-23T13:20:09.106" v="5841" actId="478"/>
          <ac:picMkLst>
            <pc:docMk/>
            <pc:sldMk cId="1986913413" sldId="2732"/>
            <ac:picMk id="5" creationId="{0F3C6337-840A-A22F-FD29-8C76197A2702}"/>
          </ac:picMkLst>
        </pc:picChg>
        <pc:picChg chg="add del mod">
          <ac:chgData name="Xin Luo" userId="82312ee5779919a4" providerId="LiveId" clId="{3C4A7AF4-6488-5041-B432-D36EF53163D3}" dt="2023-02-23T13:27:51.021" v="5863" actId="478"/>
          <ac:picMkLst>
            <pc:docMk/>
            <pc:sldMk cId="1986913413" sldId="2732"/>
            <ac:picMk id="9" creationId="{47AF5BBB-3A60-7AF4-EF37-81EE546F448A}"/>
          </ac:picMkLst>
        </pc:picChg>
        <pc:picChg chg="add del mod">
          <ac:chgData name="Xin Luo" userId="82312ee5779919a4" providerId="LiveId" clId="{3C4A7AF4-6488-5041-B432-D36EF53163D3}" dt="2023-02-23T13:39:58.827" v="6149" actId="164"/>
          <ac:picMkLst>
            <pc:docMk/>
            <pc:sldMk cId="1986913413" sldId="2732"/>
            <ac:picMk id="12" creationId="{6D7A52DC-C29A-9A43-F4B2-B0D7F2AF1CF6}"/>
          </ac:picMkLst>
        </pc:picChg>
        <pc:picChg chg="add del mod">
          <ac:chgData name="Xin Luo" userId="82312ee5779919a4" providerId="LiveId" clId="{3C4A7AF4-6488-5041-B432-D36EF53163D3}" dt="2023-02-23T13:28:13.051" v="5873" actId="478"/>
          <ac:picMkLst>
            <pc:docMk/>
            <pc:sldMk cId="1986913413" sldId="2732"/>
            <ac:picMk id="15" creationId="{9246C021-1A0B-9FC2-CF78-BC1081966B66}"/>
          </ac:picMkLst>
        </pc:picChg>
        <pc:picChg chg="add del mod">
          <ac:chgData name="Xin Luo" userId="82312ee5779919a4" providerId="LiveId" clId="{3C4A7AF4-6488-5041-B432-D36EF53163D3}" dt="2023-02-23T13:40:02.652" v="6150" actId="478"/>
          <ac:picMkLst>
            <pc:docMk/>
            <pc:sldMk cId="1986913413" sldId="2732"/>
            <ac:picMk id="29" creationId="{762ED712-67A1-F501-F2D8-DCB0592E22F5}"/>
          </ac:picMkLst>
        </pc:picChg>
        <pc:picChg chg="add del mod">
          <ac:chgData name="Xin Luo" userId="82312ee5779919a4" providerId="LiveId" clId="{3C4A7AF4-6488-5041-B432-D36EF53163D3}" dt="2023-02-23T13:38:40.792" v="6061" actId="478"/>
          <ac:picMkLst>
            <pc:docMk/>
            <pc:sldMk cId="1986913413" sldId="2732"/>
            <ac:picMk id="32" creationId="{9F62F483-2BDD-4BAD-3328-1C24C2029096}"/>
          </ac:picMkLst>
        </pc:picChg>
        <pc:picChg chg="add del mod">
          <ac:chgData name="Xin Luo" userId="82312ee5779919a4" providerId="LiveId" clId="{3C4A7AF4-6488-5041-B432-D36EF53163D3}" dt="2023-02-23T13:57:48.638" v="6238" actId="478"/>
          <ac:picMkLst>
            <pc:docMk/>
            <pc:sldMk cId="1986913413" sldId="2732"/>
            <ac:picMk id="36" creationId="{D10FE31F-3F42-EDC5-5A69-239D66ABC871}"/>
          </ac:picMkLst>
        </pc:picChg>
        <pc:picChg chg="add mod">
          <ac:chgData name="Xin Luo" userId="82312ee5779919a4" providerId="LiveId" clId="{3C4A7AF4-6488-5041-B432-D36EF53163D3}" dt="2023-02-23T13:58:03.496" v="6246" actId="1076"/>
          <ac:picMkLst>
            <pc:docMk/>
            <pc:sldMk cId="1986913413" sldId="2732"/>
            <ac:picMk id="38" creationId="{DBB716A2-DAE4-A0CB-0685-0DD3A5848392}"/>
          </ac:picMkLst>
        </pc:picChg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  <pc:spChg chg="mod">
          <ac:chgData name="Xin Luo" userId="82312ee5779919a4" providerId="LiveId" clId="{3C4A7AF4-6488-5041-B432-D36EF53163D3}" dt="2023-02-23T13:58:33.465" v="6260" actId="14100"/>
          <ac:spMkLst>
            <pc:docMk/>
            <pc:sldMk cId="270311508" sldId="2733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14:00:40.779" v="6302" actId="1076"/>
          <ac:spMkLst>
            <pc:docMk/>
            <pc:sldMk cId="270311508" sldId="2733"/>
            <ac:spMk id="10" creationId="{D5E5B261-8775-C3AF-17E6-8E3B7B2EB8DD}"/>
          </ac:spMkLst>
        </pc:spChg>
        <pc:grpChg chg="del">
          <ac:chgData name="Xin Luo" userId="82312ee5779919a4" providerId="LiveId" clId="{3C4A7AF4-6488-5041-B432-D36EF53163D3}" dt="2023-02-23T13:49:30.079" v="6213" actId="478"/>
          <ac:grpSpMkLst>
            <pc:docMk/>
            <pc:sldMk cId="270311508" sldId="2733"/>
            <ac:grpSpMk id="33" creationId="{1E36E9C9-B23B-0B90-084E-246D2143D484}"/>
          </ac:grpSpMkLst>
        </pc:grpChg>
        <pc:picChg chg="add del mod">
          <ac:chgData name="Xin Luo" userId="82312ee5779919a4" providerId="LiveId" clId="{3C4A7AF4-6488-5041-B432-D36EF53163D3}" dt="2023-02-23T13:50:54.929" v="6237" actId="478"/>
          <ac:picMkLst>
            <pc:docMk/>
            <pc:sldMk cId="270311508" sldId="2733"/>
            <ac:picMk id="5" creationId="{45C11474-3B63-2E64-AA9D-2A10A27D3F65}"/>
          </ac:picMkLst>
        </pc:picChg>
        <pc:picChg chg="add mod">
          <ac:chgData name="Xin Luo" userId="82312ee5779919a4" providerId="LiveId" clId="{3C4A7AF4-6488-5041-B432-D36EF53163D3}" dt="2023-02-23T14:00:47.321" v="6304" actId="1076"/>
          <ac:picMkLst>
            <pc:docMk/>
            <pc:sldMk cId="270311508" sldId="2733"/>
            <ac:picMk id="7" creationId="{FD4880BA-9A41-FB72-F608-E8DF18426892}"/>
          </ac:picMkLst>
        </pc:picChg>
        <pc:picChg chg="del">
          <ac:chgData name="Xin Luo" userId="82312ee5779919a4" providerId="LiveId" clId="{3C4A7AF4-6488-5041-B432-D36EF53163D3}" dt="2023-02-23T13:49:30.079" v="6213" actId="478"/>
          <ac:picMkLst>
            <pc:docMk/>
            <pc:sldMk cId="270311508" sldId="2733"/>
            <ac:picMk id="36" creationId="{D10FE31F-3F42-EDC5-5A69-239D66ABC871}"/>
          </ac:picMkLst>
        </pc:picChg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  <pc:spChg chg="mod">
          <ac:chgData name="Xin Luo" userId="82312ee5779919a4" providerId="LiveId" clId="{3C4A7AF4-6488-5041-B432-D36EF53163D3}" dt="2023-02-23T14:24:45.076" v="6407" actId="20577"/>
          <ac:spMkLst>
            <pc:docMk/>
            <pc:sldMk cId="3138813826" sldId="2734"/>
            <ac:spMk id="2" creationId="{631AADB6-C88A-D817-4683-FC087E4E240F}"/>
          </ac:spMkLst>
        </pc:spChg>
        <pc:spChg chg="add del mod">
          <ac:chgData name="Xin Luo" userId="82312ee5779919a4" providerId="LiveId" clId="{3C4A7AF4-6488-5041-B432-D36EF53163D3}" dt="2023-02-23T14:29:54.827" v="6743" actId="478"/>
          <ac:spMkLst>
            <pc:docMk/>
            <pc:sldMk cId="3138813826" sldId="2734"/>
            <ac:spMk id="5" creationId="{045952CA-B870-EE0D-254E-C4F0D7559A1D}"/>
          </ac:spMkLst>
        </pc:spChg>
        <pc:spChg chg="add mod">
          <ac:chgData name="Xin Luo" userId="82312ee5779919a4" providerId="LiveId" clId="{3C4A7AF4-6488-5041-B432-D36EF53163D3}" dt="2023-02-23T14:29:59.110" v="6746" actId="403"/>
          <ac:spMkLst>
            <pc:docMk/>
            <pc:sldMk cId="3138813826" sldId="2734"/>
            <ac:spMk id="6" creationId="{7F081F01-398A-43C9-F4B4-7155679B9827}"/>
          </ac:spMkLst>
        </pc:spChg>
        <pc:spChg chg="mod">
          <ac:chgData name="Xin Luo" userId="82312ee5779919a4" providerId="LiveId" clId="{3C4A7AF4-6488-5041-B432-D36EF53163D3}" dt="2023-02-23T14:27:23.377" v="6681" actId="1076"/>
          <ac:spMkLst>
            <pc:docMk/>
            <pc:sldMk cId="3138813826" sldId="2734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  <pc:spChg chg="add mod">
          <ac:chgData name="Xin Luo" userId="82312ee5779919a4" providerId="LiveId" clId="{3C4A7AF4-6488-5041-B432-D36EF53163D3}" dt="2023-02-23T14:33:24.596" v="6912" actId="1076"/>
          <ac:spMkLst>
            <pc:docMk/>
            <pc:sldMk cId="128317883" sldId="2735"/>
            <ac:spMk id="4" creationId="{3C988FB7-FCA7-1C11-558C-286915D478EB}"/>
          </ac:spMkLst>
        </pc:spChg>
        <pc:spChg chg="mod">
          <ac:chgData name="Xin Luo" userId="82312ee5779919a4" providerId="LiveId" clId="{3C4A7AF4-6488-5041-B432-D36EF53163D3}" dt="2023-02-23T14:30:37.592" v="6752" actId="1035"/>
          <ac:spMkLst>
            <pc:docMk/>
            <pc:sldMk cId="128317883" sldId="2735"/>
            <ac:spMk id="6" creationId="{7F081F01-398A-43C9-F4B4-7155679B9827}"/>
          </ac:spMkLst>
        </pc:spChg>
        <pc:spChg chg="mod">
          <ac:chgData name="Xin Luo" userId="82312ee5779919a4" providerId="LiveId" clId="{3C4A7AF4-6488-5041-B432-D36EF53163D3}" dt="2023-02-23T14:33:30.940" v="6917" actId="1037"/>
          <ac:spMkLst>
            <pc:docMk/>
            <pc:sldMk cId="128317883" sldId="2735"/>
            <ac:spMk id="17" creationId="{9E05FFCA-3371-AF5C-381D-71D984055F5A}"/>
          </ac:spMkLst>
        </pc:spChg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4" creationId="{3C988FB7-FCA7-1C11-558C-286915D478EB}"/>
          </ac:spMkLst>
        </pc:spChg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6" creationId="{7F081F01-398A-43C9-F4B4-7155679B9827}"/>
          </ac:spMkLst>
        </pc:spChg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17" creationId="{9E05FFCA-3371-AF5C-381D-71D984055F5A}"/>
          </ac:spMkLst>
        </pc:spChg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  <pc:spChg chg="add del mod">
          <ac:chgData name="Xin Luo" userId="82312ee5779919a4" providerId="LiveId" clId="{4DB6C473-8E57-A543-81F7-48BE109E8C13}" dt="2023-02-21T05:44:22.831" v="2010"/>
          <ac:spMkLst>
            <pc:docMk/>
            <pc:sldMk cId="1576120367" sldId="2387"/>
            <ac:spMk id="4" creationId="{14071939-13A8-68AD-CF24-E66618C9CB95}"/>
          </ac:spMkLst>
        </pc:spChg>
        <pc:spChg chg="add del">
          <ac:chgData name="Xin Luo" userId="82312ee5779919a4" providerId="LiveId" clId="{4DB6C473-8E57-A543-81F7-48BE109E8C13}" dt="2023-02-21T05:42:59.400" v="1996" actId="478"/>
          <ac:spMkLst>
            <pc:docMk/>
            <pc:sldMk cId="1576120367" sldId="2387"/>
            <ac:spMk id="6" creationId="{00000000-0000-0000-0000-000000000000}"/>
          </ac:spMkLst>
        </pc:spChg>
        <pc:spChg chg="del">
          <ac:chgData name="Xin Luo" userId="82312ee5779919a4" providerId="LiveId" clId="{4DB6C473-8E57-A543-81F7-48BE109E8C13}" dt="2023-02-21T05:42:53.918" v="1994" actId="478"/>
          <ac:spMkLst>
            <pc:docMk/>
            <pc:sldMk cId="1576120367" sldId="2387"/>
            <ac:spMk id="7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5:46:39.935" v="2038" actId="478"/>
          <ac:spMkLst>
            <pc:docMk/>
            <pc:sldMk cId="1576120367" sldId="2387"/>
            <ac:spMk id="8" creationId="{5795B555-5780-95D6-6939-E2A2F840CEDB}"/>
          </ac:spMkLst>
        </pc:spChg>
        <pc:spChg chg="add del 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0" creationId="{00000000-0000-0000-0000-000000000000}"/>
          </ac:spMkLst>
        </pc:spChg>
        <pc:spChg chg="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6" creationId="{00000000-0000-0000-0000-000000000000}"/>
          </ac:spMkLst>
        </pc:spChg>
        <pc:grpChg chg="add del mod">
          <ac:chgData name="Xin Luo" userId="82312ee5779919a4" providerId="LiveId" clId="{4DB6C473-8E57-A543-81F7-48BE109E8C13}" dt="2023-02-21T08:54:26.670" v="3594" actId="478"/>
          <ac:grpSpMkLst>
            <pc:docMk/>
            <pc:sldMk cId="1576120367" sldId="2387"/>
            <ac:grpSpMk id="2" creationId="{390AEDC4-AC8C-713C-F926-259F989CB162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3" creationId="{12ED16A1-79B8-7DB1-1CC1-250B051BAD58}"/>
          </ac:grpSpMkLst>
        </pc:grpChg>
        <pc:grpChg chg="add del mod">
          <ac:chgData name="Xin Luo" userId="82312ee5779919a4" providerId="LiveId" clId="{4DB6C473-8E57-A543-81F7-48BE109E8C13}" dt="2023-02-21T05:45:51.755" v="2019" actId="165"/>
          <ac:grpSpMkLst>
            <pc:docMk/>
            <pc:sldMk cId="1576120367" sldId="2387"/>
            <ac:grpSpMk id="5" creationId="{8F30E2E3-F8BB-EDF1-8726-1256D1547BF7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  <pc:spChg chg="mod">
          <ac:chgData name="Xin Luo" userId="82312ee5779919a4" providerId="LiveId" clId="{4DB6C473-8E57-A543-81F7-48BE109E8C13}" dt="2023-02-21T03:26:36.249" v="1977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  <pc:spChg chg="mod">
          <ac:chgData name="Xin Luo" userId="82312ee5779919a4" providerId="LiveId" clId="{4DB6C473-8E57-A543-81F7-48BE109E8C13}" dt="2023-02-21T07:23:56.843" v="3356" actId="20577"/>
          <ac:spMkLst>
            <pc:docMk/>
            <pc:sldMk cId="4067577602" sldId="260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3:26:50.232" v="1984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7:21:29.220" v="3297"/>
          <ac:spMkLst>
            <pc:docMk/>
            <pc:sldMk cId="4067577602" sldId="2605"/>
            <ac:spMk id="4" creationId="{6043EA4A-1AB3-028D-434C-C16CE58B3A2A}"/>
          </ac:spMkLst>
        </pc:spChg>
        <pc:spChg chg="add mod">
          <ac:chgData name="Xin Luo" userId="82312ee5779919a4" providerId="LiveId" clId="{4DB6C473-8E57-A543-81F7-48BE109E8C13}" dt="2023-02-21T07:23:29.335" v="3346" actId="1076"/>
          <ac:spMkLst>
            <pc:docMk/>
            <pc:sldMk cId="4067577602" sldId="2605"/>
            <ac:spMk id="5" creationId="{8CB3051E-1455-F2D6-027A-C359D1264B18}"/>
          </ac:spMkLst>
        </pc:spChg>
        <pc:spChg chg="del">
          <ac:chgData name="Xin Luo" userId="82312ee5779919a4" providerId="LiveId" clId="{4DB6C473-8E57-A543-81F7-48BE109E8C13}" dt="2023-02-21T05:48:10.681" v="2114" actId="478"/>
          <ac:spMkLst>
            <pc:docMk/>
            <pc:sldMk cId="4067577602" sldId="26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7:11:29.463" v="3277" actId="2710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5:48:06.479" v="2112" actId="478"/>
          <ac:picMkLst>
            <pc:docMk/>
            <pc:sldMk cId="4067577602" sldId="26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5:48:08.245" v="2113" actId="478"/>
          <ac:picMkLst>
            <pc:docMk/>
            <pc:sldMk cId="4067577602" sldId="2605"/>
            <ac:picMk id="14" creationId="{0637D38F-D0BE-5E7D-7891-2D7FAA4B4ED9}"/>
          </ac:picMkLst>
        </pc:picChg>
        <pc:picChg chg="add mod">
          <ac:chgData name="Xin Luo" userId="82312ee5779919a4" providerId="LiveId" clId="{4DB6C473-8E57-A543-81F7-48BE109E8C13}" dt="2023-02-21T07:23:29.335" v="3346" actId="1076"/>
          <ac:picMkLst>
            <pc:docMk/>
            <pc:sldMk cId="4067577602" sldId="2605"/>
            <ac:picMk id="1026" creationId="{9270A6EE-B03E-77C5-630F-E811251395A0}"/>
          </ac:picMkLst>
        </pc:picChg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  <pc:spChg chg="mod">
          <ac:chgData name="Xin Luo" userId="82312ee5779919a4" providerId="LiveId" clId="{4DB6C473-8E57-A543-81F7-48BE109E8C13}" dt="2023-02-21T03:04:15.029" v="17" actId="20577"/>
          <ac:spMkLst>
            <pc:docMk/>
            <pc:sldMk cId="2688334957" sldId="2705"/>
            <ac:spMk id="2" creationId="{631AADB6-C88A-D817-4683-FC087E4E240F}"/>
          </ac:spMkLst>
        </pc:spChg>
        <pc:spChg chg="del">
          <ac:chgData name="Xin Luo" userId="82312ee5779919a4" providerId="LiveId" clId="{4DB6C473-8E57-A543-81F7-48BE109E8C13}" dt="2023-02-21T03:04:17.351" v="18" actId="478"/>
          <ac:spMkLst>
            <pc:docMk/>
            <pc:sldMk cId="2688334957" sldId="27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5:54:53.172" v="2328" actId="113"/>
          <ac:spMkLst>
            <pc:docMk/>
            <pc:sldMk cId="2688334957" sldId="27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3:04:18.544" v="20" actId="478"/>
          <ac:picMkLst>
            <pc:docMk/>
            <pc:sldMk cId="2688334957" sldId="27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3:04:17.947" v="19" actId="478"/>
          <ac:picMkLst>
            <pc:docMk/>
            <pc:sldMk cId="2688334957" sldId="2705"/>
            <ac:picMk id="14" creationId="{0637D38F-D0BE-5E7D-7891-2D7FAA4B4ED9}"/>
          </ac:picMkLst>
        </pc:picChg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3" creationId="{00000000-0000-0000-0000-000000000000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17" creationId="{9E05FFCA-3371-AF5C-381D-71D984055F5A}"/>
          </ac:spMkLst>
        </pc:spChg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  <pc:spChg chg="mod">
          <ac:chgData name="Xin Luo" userId="82312ee5779919a4" providerId="LiveId" clId="{4DB6C473-8E57-A543-81F7-48BE109E8C13}" dt="2023-02-21T03:16:48.798" v="1289" actId="20577"/>
          <ac:spMkLst>
            <pc:docMk/>
            <pc:sldMk cId="1602808061" sldId="2707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00:27.005" v="2362" actId="113"/>
          <ac:spMkLst>
            <pc:docMk/>
            <pc:sldMk cId="1602808061" sldId="2707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  <pc:spChg chg="add mod">
          <ac:chgData name="Xin Luo" userId="82312ee5779919a4" providerId="LiveId" clId="{4DB6C473-8E57-A543-81F7-48BE109E8C13}" dt="2023-02-21T03:24:12.660" v="1798" actId="20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4DB6C473-8E57-A543-81F7-48BE109E8C13}" dt="2023-02-21T03:22:03.139" v="1731" actId="20577"/>
          <ac:spMkLst>
            <pc:docMk/>
            <pc:sldMk cId="1658607177" sldId="2708"/>
            <ac:spMk id="24" creationId="{00000000-0000-0000-0000-000000000000}"/>
          </ac:spMkLst>
        </pc:spChg>
        <pc:picChg chg="mod">
          <ac:chgData name="Xin Luo" userId="82312ee5779919a4" providerId="LiveId" clId="{4DB6C473-8E57-A543-81F7-48BE109E8C13}" dt="2023-02-21T03:23:29.344" v="1786" actId="1076"/>
          <ac:picMkLst>
            <pc:docMk/>
            <pc:sldMk cId="1658607177" sldId="2708"/>
            <ac:picMk id="4" creationId="{C5A20417-E7CA-C285-EB98-9BD26873E83E}"/>
          </ac:picMkLst>
        </pc:picChg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  <pc:spChg chg="mod">
          <ac:chgData name="Xin Luo" userId="82312ee5779919a4" providerId="LiveId" clId="{4DB6C473-8E57-A543-81F7-48BE109E8C13}" dt="2023-02-21T05:47:38.868" v="2080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  <pc:spChg chg="mod">
          <ac:chgData name="Xin Luo" userId="82312ee5779919a4" providerId="LiveId" clId="{4DB6C473-8E57-A543-81F7-48BE109E8C13}" dt="2023-02-21T05:47:46.587" v="2093" actId="20577"/>
          <ac:spMkLst>
            <pc:docMk/>
            <pc:sldMk cId="4096743637" sldId="2710"/>
            <ac:spMk id="7" creationId="{00000000-0000-0000-0000-000000000000}"/>
          </ac:spMkLst>
        </pc:spChg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  <pc:spChg chg="mod">
          <ac:chgData name="Xin Luo" userId="82312ee5779919a4" providerId="LiveId" clId="{4DB6C473-8E57-A543-81F7-48BE109E8C13}" dt="2023-02-21T07:01:42.969" v="3272" actId="20577"/>
          <ac:spMkLst>
            <pc:docMk/>
            <pc:sldMk cId="2744383376" sldId="2711"/>
            <ac:spMk id="2" creationId="{631AADB6-C88A-D817-4683-FC087E4E240F}"/>
          </ac:spMkLst>
        </pc:spChg>
        <pc:spChg chg="add del">
          <ac:chgData name="Xin Luo" userId="82312ee5779919a4" providerId="LiveId" clId="{4DB6C473-8E57-A543-81F7-48BE109E8C13}" dt="2023-02-21T06:08:19.635" v="2522" actId="22"/>
          <ac:spMkLst>
            <pc:docMk/>
            <pc:sldMk cId="2744383376" sldId="2711"/>
            <ac:spMk id="5" creationId="{9005BDE5-6349-121C-B95F-5D695486765F}"/>
          </ac:spMkLst>
        </pc:spChg>
        <pc:spChg chg="add del mod">
          <ac:chgData name="Xin Luo" userId="82312ee5779919a4" providerId="LiveId" clId="{4DB6C473-8E57-A543-81F7-48BE109E8C13}" dt="2023-02-21T06:36:09.199" v="3158" actId="478"/>
          <ac:spMkLst>
            <pc:docMk/>
            <pc:sldMk cId="2744383376" sldId="2711"/>
            <ac:spMk id="7" creationId="{508CFB8D-1428-2D03-7C0B-F181DD0AC3B0}"/>
          </ac:spMkLst>
        </pc:spChg>
        <pc:spChg chg="add del mod">
          <ac:chgData name="Xin Luo" userId="82312ee5779919a4" providerId="LiveId" clId="{4DB6C473-8E57-A543-81F7-48BE109E8C13}" dt="2023-02-21T06:35:09.270" v="3110" actId="478"/>
          <ac:spMkLst>
            <pc:docMk/>
            <pc:sldMk cId="2744383376" sldId="2711"/>
            <ac:spMk id="8" creationId="{FE049113-DA9A-B499-A9F7-CE696334739C}"/>
          </ac:spMkLst>
        </pc:spChg>
        <pc:spChg chg="add del">
          <ac:chgData name="Xin Luo" userId="82312ee5779919a4" providerId="LiveId" clId="{4DB6C473-8E57-A543-81F7-48BE109E8C13}" dt="2023-02-21T06:24:41.792" v="2925" actId="22"/>
          <ac:spMkLst>
            <pc:docMk/>
            <pc:sldMk cId="2744383376" sldId="2711"/>
            <ac:spMk id="10" creationId="{2A70B923-8B0E-BFB6-100F-07B5471C1335}"/>
          </ac:spMkLst>
        </pc:spChg>
        <pc:spChg chg="add del mod">
          <ac:chgData name="Xin Luo" userId="82312ee5779919a4" providerId="LiveId" clId="{4DB6C473-8E57-A543-81F7-48BE109E8C13}" dt="2023-02-21T06:36:24.547" v="3163" actId="478"/>
          <ac:spMkLst>
            <pc:docMk/>
            <pc:sldMk cId="2744383376" sldId="2711"/>
            <ac:spMk id="12" creationId="{7AC7943F-2EEF-E2BC-7188-7457E9CCE47B}"/>
          </ac:spMkLst>
        </pc:spChg>
        <pc:spChg chg="add del mod">
          <ac:chgData name="Xin Luo" userId="82312ee5779919a4" providerId="LiveId" clId="{4DB6C473-8E57-A543-81F7-48BE109E8C13}" dt="2023-02-21T06:36:21.741" v="3162" actId="478"/>
          <ac:spMkLst>
            <pc:docMk/>
            <pc:sldMk cId="2744383376" sldId="2711"/>
            <ac:spMk id="13" creationId="{4D3246D5-B603-994F-3AE4-6B8ADC01AFBD}"/>
          </ac:spMkLst>
        </pc:spChg>
        <pc:spChg chg="add del mod">
          <ac:chgData name="Xin Luo" userId="82312ee5779919a4" providerId="LiveId" clId="{4DB6C473-8E57-A543-81F7-48BE109E8C13}" dt="2023-02-21T06:34:25.015" v="3081" actId="478"/>
          <ac:spMkLst>
            <pc:docMk/>
            <pc:sldMk cId="2744383376" sldId="2711"/>
            <ac:spMk id="15" creationId="{E4EF7755-FC04-518B-64D9-6CC2D64CFD40}"/>
          </ac:spMkLst>
        </pc:spChg>
        <pc:spChg chg="mod">
          <ac:chgData name="Xin Luo" userId="82312ee5779919a4" providerId="LiveId" clId="{4DB6C473-8E57-A543-81F7-48BE109E8C13}" dt="2023-02-21T15:07:43.844" v="5615" actId="1038"/>
          <ac:spMkLst>
            <pc:docMk/>
            <pc:sldMk cId="2744383376" sldId="2711"/>
            <ac:spMk id="17" creationId="{9E05FFCA-3371-AF5C-381D-71D984055F5A}"/>
          </ac:spMkLst>
        </pc:spChg>
        <pc:spChg chg="add mod">
          <ac:chgData name="Xin Luo" userId="82312ee5779919a4" providerId="LiveId" clId="{4DB6C473-8E57-A543-81F7-48BE109E8C13}" dt="2023-02-21T15:08:47.651" v="5619" actId="113"/>
          <ac:spMkLst>
            <pc:docMk/>
            <pc:sldMk cId="2744383376" sldId="2711"/>
            <ac:spMk id="18" creationId="{9D310AF3-A081-4032-01C0-C288D4F7AC53}"/>
          </ac:spMkLst>
        </pc:spChg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  <pc:spChg chg="mod">
          <ac:chgData name="Xin Luo" userId="82312ee5779919a4" providerId="LiveId" clId="{4DB6C473-8E57-A543-81F7-48BE109E8C13}" dt="2023-02-21T07:01:48.402" v="3274" actId="20577"/>
          <ac:spMkLst>
            <pc:docMk/>
            <pc:sldMk cId="1581220802" sldId="2712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58:28.109" v="3222" actId="20577"/>
          <ac:spMkLst>
            <pc:docMk/>
            <pc:sldMk cId="1581220802" sldId="2712"/>
            <ac:spMk id="3" creationId="{00000000-0000-0000-0000-000000000000}"/>
          </ac:spMkLst>
        </pc:spChg>
        <pc:spChg chg="del mod">
          <ac:chgData name="Xin Luo" userId="82312ee5779919a4" providerId="LiveId" clId="{4DB6C473-8E57-A543-81F7-48BE109E8C13}" dt="2023-02-21T07:24:25.709" v="3365"/>
          <ac:spMkLst>
            <pc:docMk/>
            <pc:sldMk cId="1581220802" sldId="2712"/>
            <ac:spMk id="17" creationId="{9E05FFCA-3371-AF5C-381D-71D984055F5A}"/>
          </ac:spMkLst>
        </pc:spChg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  <pc:spChg chg="mod">
          <ac:chgData name="Xin Luo" userId="82312ee5779919a4" providerId="LiveId" clId="{4DB6C473-8E57-A543-81F7-48BE109E8C13}" dt="2023-02-21T06:15:05.106" v="2898" actId="20577"/>
          <ac:spMkLst>
            <pc:docMk/>
            <pc:sldMk cId="2395170792" sldId="2713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  <pc:spChg chg="mod">
          <ac:chgData name="Xin Luo" userId="82312ee5779919a4" providerId="LiveId" clId="{4DB6C473-8E57-A543-81F7-48BE109E8C13}" dt="2023-02-21T07:23:52.393" v="3353" actId="20577"/>
          <ac:spMkLst>
            <pc:docMk/>
            <pc:sldMk cId="280619949" sldId="2714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13:49.998" v="3283" actId="404"/>
          <ac:spMkLst>
            <pc:docMk/>
            <pc:sldMk cId="280619949" sldId="2714"/>
            <ac:spMk id="17" creationId="{9E05FFCA-3371-AF5C-381D-71D984055F5A}"/>
          </ac:spMkLst>
        </pc:spChg>
        <pc:picChg chg="add mod">
          <ac:chgData name="Xin Luo" userId="82312ee5779919a4" providerId="LiveId" clId="{4DB6C473-8E57-A543-81F7-48BE109E8C13}" dt="2023-02-21T07:23:39.455" v="3348" actId="14100"/>
          <ac:picMkLst>
            <pc:docMk/>
            <pc:sldMk cId="280619949" sldId="2714"/>
            <ac:picMk id="5" creationId="{0604E948-208D-161C-F579-7EA72A1F42DC}"/>
          </ac:picMkLst>
        </pc:picChg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  <pc:spChg chg="mod">
          <ac:chgData name="Xin Luo" userId="82312ee5779919a4" providerId="LiveId" clId="{4DB6C473-8E57-A543-81F7-48BE109E8C13}" dt="2023-02-21T13:06:48.362" v="4245" actId="20577"/>
          <ac:spMkLst>
            <pc:docMk/>
            <pc:sldMk cId="3852391939" sldId="271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43:23.802" v="3522" actId="20577"/>
          <ac:spMkLst>
            <pc:docMk/>
            <pc:sldMk cId="3852391939" sldId="2715"/>
            <ac:spMk id="3" creationId="{00000000-0000-0000-0000-000000000000}"/>
          </ac:spMkLst>
        </pc:spChg>
        <pc:spChg chg="add mod">
          <ac:chgData name="Xin Luo" userId="82312ee5779919a4" providerId="LiveId" clId="{4DB6C473-8E57-A543-81F7-48BE109E8C13}" dt="2023-02-21T13:41:38.670" v="4903" actId="20577"/>
          <ac:spMkLst>
            <pc:docMk/>
            <pc:sldMk cId="3852391939" sldId="2715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7:35.461" v="4912" actId="1076"/>
          <ac:picMkLst>
            <pc:docMk/>
            <pc:sldMk cId="3852391939" sldId="2715"/>
            <ac:picMk id="2050" creationId="{8F8FBDFD-CF37-F4FE-58FA-9350A0CDABC7}"/>
          </ac:picMkLst>
        </pc:picChg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  <pc:spChg chg="mod">
          <ac:chgData name="Xin Luo" userId="82312ee5779919a4" providerId="LiveId" clId="{4DB6C473-8E57-A543-81F7-48BE109E8C13}" dt="2023-02-21T07:27:17.840" v="3401" actId="20577"/>
          <ac:spMkLst>
            <pc:docMk/>
            <pc:sldMk cId="3026715585" sldId="2716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3:15:30.678" v="4562" actId="1035"/>
          <ac:spMkLst>
            <pc:docMk/>
            <pc:sldMk cId="3026715585" sldId="2716"/>
            <ac:spMk id="4" creationId="{B31A8325-31D8-6F06-6D89-E39763C56875}"/>
          </ac:spMkLst>
        </pc:spChg>
        <pc:spChg chg="mod">
          <ac:chgData name="Xin Luo" userId="82312ee5779919a4" providerId="LiveId" clId="{4DB6C473-8E57-A543-81F7-48BE109E8C13}" dt="2023-02-21T12:48:49.893" v="4206" actId="1076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  <pc:spChg chg="mod">
          <ac:chgData name="Xin Luo" userId="82312ee5779919a4" providerId="LiveId" clId="{4DB6C473-8E57-A543-81F7-48BE109E8C13}" dt="2023-02-21T13:48:32.535" v="4933" actId="1035"/>
          <ac:spMkLst>
            <pc:docMk/>
            <pc:sldMk cId="4136986794" sldId="2717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8:38.001" v="4936" actId="1076"/>
          <ac:picMkLst>
            <pc:docMk/>
            <pc:sldMk cId="4136986794" sldId="2717"/>
            <ac:picMk id="6" creationId="{2260B411-AFF0-1E09-142B-45C9F88562F7}"/>
          </ac:picMkLst>
        </pc:picChg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  <pc:spChg chg="mod">
          <ac:chgData name="Xin Luo" userId="82312ee5779919a4" providerId="LiveId" clId="{4DB6C473-8E57-A543-81F7-48BE109E8C13}" dt="2023-02-21T14:08:07.366" v="5145" actId="1035"/>
          <ac:spMkLst>
            <pc:docMk/>
            <pc:sldMk cId="1778017482" sldId="2718"/>
            <ac:spMk id="5" creationId="{FCD10A89-5E0E-5D73-1D4F-9E11D943B29C}"/>
          </ac:spMkLst>
        </pc:spChg>
        <pc:picChg chg="del">
          <ac:chgData name="Xin Luo" userId="82312ee5779919a4" providerId="LiveId" clId="{4DB6C473-8E57-A543-81F7-48BE109E8C13}" dt="2023-02-21T13:48:49.937" v="4938" actId="478"/>
          <ac:picMkLst>
            <pc:docMk/>
            <pc:sldMk cId="1778017482" sldId="2718"/>
            <ac:picMk id="6" creationId="{2260B411-AFF0-1E09-142B-45C9F88562F7}"/>
          </ac:picMkLst>
        </pc:picChg>
        <pc:picChg chg="add mod">
          <ac:chgData name="Xin Luo" userId="82312ee5779919a4" providerId="LiveId" clId="{4DB6C473-8E57-A543-81F7-48BE109E8C13}" dt="2023-02-21T14:08:09.514" v="5152" actId="1035"/>
          <ac:picMkLst>
            <pc:docMk/>
            <pc:sldMk cId="1778017482" sldId="2718"/>
            <ac:picMk id="3074" creationId="{3E8CF22C-6E5D-0AAE-1F79-795E8B77EEF7}"/>
          </ac:picMkLst>
        </pc:picChg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  <pc:spChg chg="mod">
          <ac:chgData name="Xin Luo" userId="82312ee5779919a4" providerId="LiveId" clId="{4DB6C473-8E57-A543-81F7-48BE109E8C13}" dt="2023-02-21T14:49:05.255" v="5311" actId="1076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15:10:04.498" v="5724" actId="108"/>
          <ac:spMkLst>
            <pc:docMk/>
            <pc:sldMk cId="1858913004" sldId="2719"/>
            <ac:spMk id="5" creationId="{FCD10A89-5E0E-5D73-1D4F-9E11D943B29C}"/>
          </ac:spMkLst>
        </pc:spChg>
        <pc:spChg chg="del">
          <ac:chgData name="Xin Luo" userId="82312ee5779919a4" providerId="LiveId" clId="{4DB6C473-8E57-A543-81F7-48BE109E8C13}" dt="2023-02-21T14:48:56.090" v="5307" actId="478"/>
          <ac:spMkLst>
            <pc:docMk/>
            <pc:sldMk cId="1858913004" sldId="2719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14:47:16.549" v="5154" actId="478"/>
          <ac:picMkLst>
            <pc:docMk/>
            <pc:sldMk cId="1858913004" sldId="2719"/>
            <ac:picMk id="3074" creationId="{3E8CF22C-6E5D-0AAE-1F79-795E8B77EEF7}"/>
          </ac:picMkLst>
        </pc:picChg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  <pc:spChg chg="mod">
          <ac:chgData name="Xin Luo" userId="82312ee5779919a4" providerId="LiveId" clId="{4DB6C473-8E57-A543-81F7-48BE109E8C13}" dt="2023-02-21T14:58:21.259" v="5529" actId="1035"/>
          <ac:spMkLst>
            <pc:docMk/>
            <pc:sldMk cId="3480831675" sldId="2720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4" creationId="{58EE51E5-8ACA-984C-6E8D-F8AA658223AD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5" creationId="{7F4897FB-F086-F339-A15F-A899143C7919}"/>
          </ac:spMkLst>
        </pc:spChg>
        <pc:spChg chg="add mod">
          <ac:chgData name="Xin Luo" userId="82312ee5779919a4" providerId="LiveId" clId="{4DB6C473-8E57-A543-81F7-48BE109E8C13}" dt="2023-02-21T15:06:20.559" v="5576" actId="962"/>
          <ac:spMkLst>
            <pc:docMk/>
            <pc:sldMk cId="3480831675" sldId="2720"/>
            <ac:spMk id="6" creationId="{7ED1482E-3610-E252-0E80-41B202D30E30}"/>
          </ac:spMkLst>
        </pc:spChg>
        <pc:spChg chg="del">
          <ac:chgData name="Xin Luo" userId="82312ee5779919a4" providerId="LiveId" clId="{4DB6C473-8E57-A543-81F7-48BE109E8C13}" dt="2023-02-21T14:51:13.253" v="5388" actId="478"/>
          <ac:spMkLst>
            <pc:docMk/>
            <pc:sldMk cId="3480831675" sldId="2720"/>
            <ac:spMk id="17" creationId="{9E05FFCA-3371-AF5C-381D-71D984055F5A}"/>
          </ac:spMkLst>
        </pc:spChg>
        <pc:spChg chg="del">
          <ac:chgData name="Xin Luo" userId="82312ee5779919a4" providerId="LiveId" clId="{4DB6C473-8E57-A543-81F7-48BE109E8C13}" dt="2023-02-21T14:51:18.075" v="5389" actId="478"/>
          <ac:spMkLst>
            <pc:docMk/>
            <pc:sldMk cId="3480831675" sldId="2720"/>
            <ac:spMk id="18" creationId="{9D310AF3-A081-4032-01C0-C288D4F7AC53}"/>
          </ac:spMkLst>
        </pc:spChg>
        <pc:picChg chg="add del mod">
          <ac:chgData name="Xin Luo" userId="82312ee5779919a4" providerId="LiveId" clId="{4DB6C473-8E57-A543-81F7-48BE109E8C13}" dt="2023-02-21T14:53:26.825" v="5442" actId="478"/>
          <ac:picMkLst>
            <pc:docMk/>
            <pc:sldMk cId="3480831675" sldId="2720"/>
            <ac:picMk id="5122" creationId="{379580DC-45F0-D6EF-6EA0-1FB906F02465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4" creationId="{D17BE6F3-1008-2FC6-54D2-736C673B73E8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6" creationId="{EBB0C876-4E86-C2ED-5EE6-3B2BD26768B9}"/>
          </ac:picMkLst>
        </pc:picChg>
        <pc:picChg chg="add mod">
          <ac:chgData name="Xin Luo" userId="82312ee5779919a4" providerId="LiveId" clId="{4DB6C473-8E57-A543-81F7-48BE109E8C13}" dt="2023-02-21T14:58:48.813" v="5569" actId="404"/>
          <ac:picMkLst>
            <pc:docMk/>
            <pc:sldMk cId="3480831675" sldId="2720"/>
            <ac:picMk id="5128" creationId="{59C29F54-F731-6EBD-ECA9-847BE3563121}"/>
          </ac:picMkLst>
        </pc:picChg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4" creationId="{58EE51E5-8ACA-984C-6E8D-F8AA658223AD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5" creationId="{7F4897FB-F086-F339-A15F-A899143C7919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6" creationId="{7ED1482E-3610-E252-0E80-41B202D30E30}"/>
          </ac:spMkLst>
        </pc:spChg>
        <pc:spChg chg="add mod">
          <ac:chgData name="Xin Luo" userId="82312ee5779919a4" providerId="LiveId" clId="{4DB6C473-8E57-A543-81F7-48BE109E8C13}" dt="2023-02-21T15:06:36.607" v="5598" actId="1076"/>
          <ac:spMkLst>
            <pc:docMk/>
            <pc:sldMk cId="1410676903" sldId="2721"/>
            <ac:spMk id="9" creationId="{D5E43916-6543-2664-EE40-07ABFFB01F26}"/>
          </ac:spMkLst>
        </pc:spChg>
        <pc:picChg chg="add mod">
          <ac:chgData name="Xin Luo" userId="82312ee5779919a4" providerId="LiveId" clId="{4DB6C473-8E57-A543-81F7-48BE109E8C13}" dt="2023-02-21T15:06:20.558" v="5575" actId="27614"/>
          <ac:picMkLst>
            <pc:docMk/>
            <pc:sldMk cId="1410676903" sldId="2721"/>
            <ac:picMk id="8" creationId="{BA45F6EA-D51F-F9F8-F33E-5E3217612D76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4" creationId="{D17BE6F3-1008-2FC6-54D2-736C673B73E8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6" creationId="{EBB0C876-4E86-C2ED-5EE6-3B2BD26768B9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8" creationId="{59C29F54-F731-6EBD-ECA9-847BE3563121}"/>
          </ac:picMkLst>
        </pc:picChg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  <pc:spChg chg="mod">
          <ac:chgData name="Xin Luo" userId="82312ee5779919a4" providerId="LiveId" clId="{82BFAA31-791A-9843-976C-3AAFAA5AC07D}" dt="2023-03-04T01:58:49.501" v="2918" actId="20577"/>
          <ac:spMkLst>
            <pc:docMk/>
            <pc:sldMk cId="4067577602" sldId="2605"/>
            <ac:spMk id="5" creationId="{78502774-B04C-634F-1396-E5815996BC36}"/>
          </ac:spMkLst>
        </pc:spChg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  <pc:spChg chg="mod">
          <ac:chgData name="Xin Luo" userId="82312ee5779919a4" providerId="LiveId" clId="{82BFAA31-791A-9843-976C-3AAFAA5AC07D}" dt="2023-02-24T03:06:08.550" v="104" actId="20577"/>
          <ac:spMkLst>
            <pc:docMk/>
            <pc:sldMk cId="3833073590" sldId="2716"/>
            <ac:spMk id="2" creationId="{631AADB6-C88A-D817-4683-FC087E4E240F}"/>
          </ac:spMkLst>
        </pc:spChg>
        <pc:spChg chg="del">
          <ac:chgData name="Xin Luo" userId="82312ee5779919a4" providerId="LiveId" clId="{82BFAA31-791A-9843-976C-3AAFAA5AC07D}" dt="2023-02-24T03:02:42.862" v="33" actId="478"/>
          <ac:spMkLst>
            <pc:docMk/>
            <pc:sldMk cId="3833073590" sldId="2716"/>
            <ac:spMk id="5" creationId="{9F4AEA98-0C33-E82A-EB75-839D0F0B55A4}"/>
          </ac:spMkLst>
        </pc:spChg>
        <pc:spChg chg="add mod">
          <ac:chgData name="Xin Luo" userId="82312ee5779919a4" providerId="LiveId" clId="{82BFAA31-791A-9843-976C-3AAFAA5AC07D}" dt="2023-03-04T03:17:04.154" v="3027" actId="20577"/>
          <ac:spMkLst>
            <pc:docMk/>
            <pc:sldMk cId="3833073590" sldId="2716"/>
            <ac:spMk id="6" creationId="{6741FEA2-C046-FD82-2800-2CB513792080}"/>
          </ac:spMkLst>
        </pc:spChg>
        <pc:picChg chg="add del">
          <ac:chgData name="Xin Luo" userId="82312ee5779919a4" providerId="LiveId" clId="{82BFAA31-791A-9843-976C-3AAFAA5AC07D}" dt="2023-02-24T03:02:42.862" v="33" actId="478"/>
          <ac:picMkLst>
            <pc:docMk/>
            <pc:sldMk cId="3833073590" sldId="2716"/>
            <ac:picMk id="1026" creationId="{37EB6838-2807-43B3-E78E-EF1353DBEC4D}"/>
          </ac:picMkLst>
        </pc:picChg>
        <pc:picChg chg="add del mod">
          <ac:chgData name="Xin Luo" userId="82312ee5779919a4" providerId="LiveId" clId="{82BFAA31-791A-9843-976C-3AAFAA5AC07D}" dt="2023-02-24T03:03:49.502" v="38" actId="478"/>
          <ac:picMkLst>
            <pc:docMk/>
            <pc:sldMk cId="3833073590" sldId="2716"/>
            <ac:picMk id="1028" creationId="{0060DCE3-4593-4CBE-2C1A-12A7D72C453A}"/>
          </ac:picMkLst>
        </pc:picChg>
        <pc:picChg chg="add del mod">
          <ac:chgData name="Xin Luo" userId="82312ee5779919a4" providerId="LiveId" clId="{82BFAA31-791A-9843-976C-3AAFAA5AC07D}" dt="2023-03-04T03:16:57.384" v="3023" actId="14100"/>
          <ac:picMkLst>
            <pc:docMk/>
            <pc:sldMk cId="3833073590" sldId="2716"/>
            <ac:picMk id="1030" creationId="{C93DB76E-C02F-05AC-2014-674F7E808ADA}"/>
          </ac:picMkLst>
        </pc:picChg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  <pc:spChg chg="mod">
          <ac:chgData name="Xin Luo" userId="82312ee5779919a4" providerId="LiveId" clId="{82BFAA31-791A-9843-976C-3AAFAA5AC07D}" dt="2023-02-24T08:50:06.402" v="585" actId="20577"/>
          <ac:spMkLst>
            <pc:docMk/>
            <pc:sldMk cId="972163772" sldId="2720"/>
            <ac:spMk id="7" creationId="{00000000-0000-0000-0000-000000000000}"/>
          </ac:spMkLst>
        </pc:spChg>
        <pc:picChg chg="add del">
          <ac:chgData name="Xin Luo" userId="82312ee5779919a4" providerId="LiveId" clId="{82BFAA31-791A-9843-976C-3AAFAA5AC07D}" dt="2023-02-24T08:47:42.881" v="485"/>
          <ac:picMkLst>
            <pc:docMk/>
            <pc:sldMk cId="972163772" sldId="2720"/>
            <ac:picMk id="3074" creationId="{C4128BB6-F8FE-667B-1E3D-38360E7E0C3C}"/>
          </ac:picMkLst>
        </pc:picChg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  <pc:spChg chg="mod">
          <ac:chgData name="Xin Luo" userId="82312ee5779919a4" providerId="LiveId" clId="{82BFAA31-791A-9843-976C-3AAFAA5AC07D}" dt="2023-02-24T13:00:34.955" v="2586" actId="1036"/>
          <ac:spMkLst>
            <pc:docMk/>
            <pc:sldMk cId="2689695864" sldId="2721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2-24T08:50:21.921" v="586"/>
          <ac:spMkLst>
            <pc:docMk/>
            <pc:sldMk cId="2689695864" sldId="2721"/>
            <ac:spMk id="3" creationId="{00000000-0000-0000-0000-000000000000}"/>
          </ac:spMkLst>
        </pc:spChg>
        <pc:spChg chg="add del mod">
          <ac:chgData name="Xin Luo" userId="82312ee5779919a4" providerId="LiveId" clId="{82BFAA31-791A-9843-976C-3AAFAA5AC07D}" dt="2023-02-24T12:38:43.360" v="1999" actId="478"/>
          <ac:spMkLst>
            <pc:docMk/>
            <pc:sldMk cId="2689695864" sldId="2721"/>
            <ac:spMk id="5" creationId="{D45B97A4-ED20-7E18-1BEF-4A81710B7783}"/>
          </ac:spMkLst>
        </pc:spChg>
        <pc:spChg chg="mod">
          <ac:chgData name="Xin Luo" userId="82312ee5779919a4" providerId="LiveId" clId="{82BFAA31-791A-9843-976C-3AAFAA5AC07D}" dt="2023-02-24T13:00:31.975" v="2582" actId="1036"/>
          <ac:spMkLst>
            <pc:docMk/>
            <pc:sldMk cId="2689695864" sldId="2721"/>
            <ac:spMk id="17" creationId="{9E05FFCA-3371-AF5C-381D-71D984055F5A}"/>
          </ac:spMkLst>
        </pc:spChg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  <pc:spChg chg="mod">
          <ac:chgData name="Xin Luo" userId="82312ee5779919a4" providerId="LiveId" clId="{82BFAA31-791A-9843-976C-3AAFAA5AC07D}" dt="2023-03-04T15:50:28.639" v="6152" actId="20577"/>
          <ac:spMkLst>
            <pc:docMk/>
            <pc:sldMk cId="1209572041" sldId="2722"/>
            <ac:spMk id="11" creationId="{53A7E693-8098-76C4-CD5D-47166ABEB164}"/>
          </ac:spMkLst>
        </pc:spChg>
        <pc:spChg chg="mod">
          <ac:chgData name="Xin Luo" userId="82312ee5779919a4" providerId="LiveId" clId="{82BFAA31-791A-9843-976C-3AAFAA5AC07D}" dt="2023-03-05T13:50:34.172" v="6224" actId="1035"/>
          <ac:spMkLst>
            <pc:docMk/>
            <pc:sldMk cId="1209572041" sldId="2722"/>
            <ac:spMk id="13" creationId="{303BC878-BC57-D350-27A3-F03AE48213AC}"/>
          </ac:spMkLst>
        </pc:spChg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  <pc:spChg chg="mod">
          <ac:chgData name="Xin Luo" userId="82312ee5779919a4" providerId="LiveId" clId="{82BFAA31-791A-9843-976C-3AAFAA5AC07D}" dt="2023-02-24T07:02:55.789" v="157" actId="20577"/>
          <ac:spMkLst>
            <pc:docMk/>
            <pc:sldMk cId="4156684215" sldId="2738"/>
            <ac:spMk id="2" creationId="{631AADB6-C88A-D817-4683-FC087E4E240F}"/>
          </ac:spMkLst>
        </pc:spChg>
        <pc:spChg chg="add del mod">
          <ac:chgData name="Xin Luo" userId="82312ee5779919a4" providerId="LiveId" clId="{82BFAA31-791A-9843-976C-3AAFAA5AC07D}" dt="2023-03-04T03:20:48.887" v="3034" actId="1036"/>
          <ac:spMkLst>
            <pc:docMk/>
            <pc:sldMk cId="4156684215" sldId="2738"/>
            <ac:spMk id="6" creationId="{6741FEA2-C046-FD82-2800-2CB513792080}"/>
          </ac:spMkLst>
        </pc:spChg>
        <pc:picChg chg="del mod">
          <ac:chgData name="Xin Luo" userId="82312ee5779919a4" providerId="LiveId" clId="{82BFAA31-791A-9843-976C-3AAFAA5AC07D}" dt="2023-02-24T07:03:01.663" v="158" actId="478"/>
          <ac:picMkLst>
            <pc:docMk/>
            <pc:sldMk cId="4156684215" sldId="2738"/>
            <ac:picMk id="1030" creationId="{C93DB76E-C02F-05AC-2014-674F7E808ADA}"/>
          </ac:picMkLst>
        </pc:picChg>
        <pc:picChg chg="add del mod">
          <ac:chgData name="Xin Luo" userId="82312ee5779919a4" providerId="LiveId" clId="{82BFAA31-791A-9843-976C-3AAFAA5AC07D}" dt="2023-03-04T03:20:37.844" v="3030" actId="14100"/>
          <ac:picMkLst>
            <pc:docMk/>
            <pc:sldMk cId="4156684215" sldId="2738"/>
            <ac:picMk id="2050" creationId="{324F0AC4-07BA-4B3E-1A6B-D49FF0B87AC4}"/>
          </ac:picMkLst>
        </pc:picChg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  <pc:spChg chg="mod">
          <ac:chgData name="Xin Luo" userId="82312ee5779919a4" providerId="LiveId" clId="{82BFAA31-791A-9843-976C-3AAFAA5AC07D}" dt="2023-03-04T03:21:31.106" v="3042" actId="20577"/>
          <ac:spMkLst>
            <pc:docMk/>
            <pc:sldMk cId="2776132283" sldId="2739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3-04T03:45:03.441" v="3776" actId="21"/>
          <ac:spMkLst>
            <pc:docMk/>
            <pc:sldMk cId="2776132283" sldId="2739"/>
            <ac:spMk id="6" creationId="{6741FEA2-C046-FD82-2800-2CB513792080}"/>
          </ac:spMkLst>
        </pc:spChg>
        <pc:picChg chg="del">
          <ac:chgData name="Xin Luo" userId="82312ee5779919a4" providerId="LiveId" clId="{82BFAA31-791A-9843-976C-3AAFAA5AC07D}" dt="2023-02-24T09:02:09.130" v="665" actId="478"/>
          <ac:picMkLst>
            <pc:docMk/>
            <pc:sldMk cId="2776132283" sldId="2739"/>
            <ac:picMk id="2050" creationId="{324F0AC4-07BA-4B3E-1A6B-D49FF0B87AC4}"/>
          </ac:picMkLst>
        </pc:picChg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  <pc:spChg chg="mod">
          <ac:chgData name="Xin Luo" userId="82312ee5779919a4" providerId="LiveId" clId="{82BFAA31-791A-9843-976C-3AAFAA5AC07D}" dt="2023-02-24T12:39:15.147" v="2006" actId="20577"/>
          <ac:spMkLst>
            <pc:docMk/>
            <pc:sldMk cId="2510358707" sldId="2740"/>
            <ac:spMk id="2" creationId="{631AADB6-C88A-D817-4683-FC087E4E240F}"/>
          </ac:spMkLst>
        </pc:spChg>
        <pc:spChg chg="del mod">
          <ac:chgData name="Xin Luo" userId="82312ee5779919a4" providerId="LiveId" clId="{82BFAA31-791A-9843-976C-3AAFAA5AC07D}" dt="2023-02-24T12:26:37.033" v="1934" actId="478"/>
          <ac:spMkLst>
            <pc:docMk/>
            <pc:sldMk cId="2510358707" sldId="2740"/>
            <ac:spMk id="5" creationId="{D45B97A4-ED20-7E18-1BEF-4A81710B7783}"/>
          </ac:spMkLst>
        </pc:spChg>
        <pc:spChg chg="mod">
          <ac:chgData name="Xin Luo" userId="82312ee5779919a4" providerId="LiveId" clId="{82BFAA31-791A-9843-976C-3AAFAA5AC07D}" dt="2023-02-24T12:42:54.354" v="2196" actId="20577"/>
          <ac:spMkLst>
            <pc:docMk/>
            <pc:sldMk cId="2510358707" sldId="2740"/>
            <ac:spMk id="17" creationId="{9E05FFCA-3371-AF5C-381D-71D984055F5A}"/>
          </ac:spMkLst>
        </pc:spChg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  <pc:spChg chg="del mod">
          <ac:chgData name="Xin Luo" userId="82312ee5779919a4" providerId="LiveId" clId="{82BFAA31-791A-9843-976C-3AAFAA5AC07D}" dt="2023-03-04T15:49:54.035" v="6137" actId="478"/>
          <ac:spMkLst>
            <pc:docMk/>
            <pc:sldMk cId="2476237792" sldId="2741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2-24T12:39:25.368" v="2008"/>
          <ac:spMkLst>
            <pc:docMk/>
            <pc:sldMk cId="2476237792" sldId="2741"/>
            <ac:spMk id="3" creationId="{00000000-0000-0000-0000-000000000000}"/>
          </ac:spMkLst>
        </pc:spChg>
        <pc:spChg chg="mod">
          <ac:chgData name="Xin Luo" userId="82312ee5779919a4" providerId="LiveId" clId="{82BFAA31-791A-9843-976C-3AAFAA5AC07D}" dt="2023-03-04T15:50:04.739" v="6144" actId="1076"/>
          <ac:spMkLst>
            <pc:docMk/>
            <pc:sldMk cId="2476237792" sldId="2741"/>
            <ac:spMk id="6" creationId="{6741FEA2-C046-FD82-2800-2CB513792080}"/>
          </ac:spMkLst>
        </pc:spChg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  <pc:spChg chg="mod">
          <ac:chgData name="Xin Luo" userId="82312ee5779919a4" providerId="LiveId" clId="{82BFAA31-791A-9843-976C-3AAFAA5AC07D}" dt="2023-03-04T02:00:17.248" v="3002" actId="20577"/>
          <ac:spMkLst>
            <pc:docMk/>
            <pc:sldMk cId="3151170836" sldId="2742"/>
            <ac:spMk id="2" creationId="{631AADB6-C88A-D817-4683-FC087E4E240F}"/>
          </ac:spMkLst>
        </pc:spChg>
        <pc:spChg chg="del">
          <ac:chgData name="Xin Luo" userId="82312ee5779919a4" providerId="LiveId" clId="{82BFAA31-791A-9843-976C-3AAFAA5AC07D}" dt="2023-03-04T02:01:16.980" v="3004" actId="478"/>
          <ac:spMkLst>
            <pc:docMk/>
            <pc:sldMk cId="3151170836" sldId="2742"/>
            <ac:spMk id="5" creationId="{78502774-B04C-634F-1396-E5815996BC36}"/>
          </ac:spMkLst>
        </pc:spChg>
        <pc:spChg chg="add mod">
          <ac:chgData name="Xin Luo" userId="82312ee5779919a4" providerId="LiveId" clId="{82BFAA31-791A-9843-976C-3AAFAA5AC07D}" dt="2023-03-04T03:03:29.776" v="3020" actId="1036"/>
          <ac:spMkLst>
            <pc:docMk/>
            <pc:sldMk cId="3151170836" sldId="2742"/>
            <ac:spMk id="6" creationId="{FA343B24-C04E-C7D0-D427-DA131ECB74AB}"/>
          </ac:spMkLst>
        </pc:spChg>
        <pc:picChg chg="add del mod">
          <ac:chgData name="Xin Luo" userId="82312ee5779919a4" providerId="LiveId" clId="{82BFAA31-791A-9843-976C-3AAFAA5AC07D}" dt="2023-03-04T02:04:10.432" v="3011" actId="478"/>
          <ac:picMkLst>
            <pc:docMk/>
            <pc:sldMk cId="3151170836" sldId="2742"/>
            <ac:picMk id="4" creationId="{5EA5EFD9-CFD1-878E-F82B-E455DCC4FB27}"/>
          </ac:picMkLst>
        </pc:picChg>
        <pc:picChg chg="add mod">
          <ac:chgData name="Xin Luo" userId="82312ee5779919a4" providerId="LiveId" clId="{82BFAA31-791A-9843-976C-3AAFAA5AC07D}" dt="2023-03-04T03:03:27.642" v="3017" actId="1036"/>
          <ac:picMkLst>
            <pc:docMk/>
            <pc:sldMk cId="3151170836" sldId="2742"/>
            <ac:picMk id="7" creationId="{3DD36E7D-5F30-A7D7-486A-8D2AC067CE47}"/>
          </ac:picMkLst>
        </pc:picChg>
        <pc:picChg chg="del">
          <ac:chgData name="Xin Luo" userId="82312ee5779919a4" providerId="LiveId" clId="{82BFAA31-791A-9843-976C-3AAFAA5AC07D}" dt="2023-03-04T02:01:21.181" v="3006" actId="478"/>
          <ac:picMkLst>
            <pc:docMk/>
            <pc:sldMk cId="3151170836" sldId="2742"/>
            <ac:picMk id="1026" creationId="{75908E15-58DA-73BD-95F9-CACD1B8B9D82}"/>
          </ac:picMkLst>
        </pc:picChg>
        <pc:picChg chg="del">
          <ac:chgData name="Xin Luo" userId="82312ee5779919a4" providerId="LiveId" clId="{82BFAA31-791A-9843-976C-3AAFAA5AC07D}" dt="2023-03-04T02:01:19.315" v="3005" actId="478"/>
          <ac:picMkLst>
            <pc:docMk/>
            <pc:sldMk cId="3151170836" sldId="2742"/>
            <ac:picMk id="1028" creationId="{1E2BFB6C-B7E5-CAF9-B8CC-09A5029EC264}"/>
          </ac:picMkLst>
        </pc:picChg>
        <pc:picChg chg="del">
          <ac:chgData name="Xin Luo" userId="82312ee5779919a4" providerId="LiveId" clId="{82BFAA31-791A-9843-976C-3AAFAA5AC07D}" dt="2023-03-04T02:01:19.315" v="3005" actId="478"/>
          <ac:picMkLst>
            <pc:docMk/>
            <pc:sldMk cId="3151170836" sldId="2742"/>
            <ac:picMk id="1030" creationId="{CB7EE236-3D18-EC53-3225-10EBB3B4EC77}"/>
          </ac:picMkLst>
        </pc:picChg>
        <pc:picChg chg="del">
          <ac:chgData name="Xin Luo" userId="82312ee5779919a4" providerId="LiveId" clId="{82BFAA31-791A-9843-976C-3AAFAA5AC07D}" dt="2023-03-04T02:01:19.315" v="3005" actId="478"/>
          <ac:picMkLst>
            <pc:docMk/>
            <pc:sldMk cId="3151170836" sldId="2742"/>
            <ac:picMk id="1032" creationId="{BFA8C7BD-9CEC-ADA1-21BA-0EE8338C6EA3}"/>
          </ac:picMkLst>
        </pc:picChg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  <pc:spChg chg="add del mod">
          <ac:chgData name="Xin Luo" userId="82312ee5779919a4" providerId="LiveId" clId="{82BFAA31-791A-9843-976C-3AAFAA5AC07D}" dt="2023-03-04T03:37:26.975" v="3431" actId="1076"/>
          <ac:spMkLst>
            <pc:docMk/>
            <pc:sldMk cId="4194482579" sldId="2743"/>
            <ac:spMk id="6" creationId="{6741FEA2-C046-FD82-2800-2CB513792080}"/>
          </ac:spMkLst>
        </pc:spChg>
        <pc:picChg chg="del">
          <ac:chgData name="Xin Luo" userId="82312ee5779919a4" providerId="LiveId" clId="{82BFAA31-791A-9843-976C-3AAFAA5AC07D}" dt="2023-03-04T03:21:59.148" v="3044" actId="478"/>
          <ac:picMkLst>
            <pc:docMk/>
            <pc:sldMk cId="4194482579" sldId="2743"/>
            <ac:picMk id="2050" creationId="{324F0AC4-07BA-4B3E-1A6B-D49FF0B87AC4}"/>
          </ac:picMkLst>
        </pc:picChg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  <pc:spChg chg="mod">
          <ac:chgData name="Xin Luo" userId="82312ee5779919a4" providerId="LiveId" clId="{82BFAA31-791A-9843-976C-3AAFAA5AC07D}" dt="2023-03-04T15:08:30.473" v="4619" actId="20577"/>
          <ac:spMkLst>
            <pc:docMk/>
            <pc:sldMk cId="3883315984" sldId="2744"/>
            <ac:spMk id="17" creationId="{9E05FFCA-3371-AF5C-381D-71D984055F5A}"/>
          </ac:spMkLst>
        </pc:spChg>
        <pc:spChg chg="add mod">
          <ac:chgData name="Xin Luo" userId="82312ee5779919a4" providerId="LiveId" clId="{82BFAA31-791A-9843-976C-3AAFAA5AC07D}" dt="2023-03-04T15:11:00.971" v="4794" actId="2711"/>
          <ac:spMkLst>
            <pc:docMk/>
            <pc:sldMk cId="3883315984" sldId="2744"/>
            <ac:spMk id="21" creationId="{E7C93A00-7E31-E000-6BED-292B08A4B198}"/>
          </ac:spMkLst>
        </pc:spChg>
        <pc:picChg chg="add del mod">
          <ac:chgData name="Xin Luo" userId="82312ee5779919a4" providerId="LiveId" clId="{82BFAA31-791A-9843-976C-3AAFAA5AC07D}" dt="2023-03-04T14:43:12.336" v="4260" actId="478"/>
          <ac:picMkLst>
            <pc:docMk/>
            <pc:sldMk cId="3883315984" sldId="2744"/>
            <ac:picMk id="5" creationId="{6A29A75C-8731-031C-F586-AB16E9D87EF1}"/>
          </ac:picMkLst>
        </pc:picChg>
        <pc:picChg chg="add del mod">
          <ac:chgData name="Xin Luo" userId="82312ee5779919a4" providerId="LiveId" clId="{82BFAA31-791A-9843-976C-3AAFAA5AC07D}" dt="2023-03-04T14:43:13.340" v="4261" actId="478"/>
          <ac:picMkLst>
            <pc:docMk/>
            <pc:sldMk cId="3883315984" sldId="2744"/>
            <ac:picMk id="7" creationId="{56F139B7-CE64-C317-CDCE-ED656E5CE752}"/>
          </ac:picMkLst>
        </pc:picChg>
        <pc:picChg chg="add del mod">
          <ac:chgData name="Xin Luo" userId="82312ee5779919a4" providerId="LiveId" clId="{82BFAA31-791A-9843-976C-3AAFAA5AC07D}" dt="2023-03-04T14:57:11.977" v="4367" actId="478"/>
          <ac:picMkLst>
            <pc:docMk/>
            <pc:sldMk cId="3883315984" sldId="2744"/>
            <ac:picMk id="9" creationId="{B93FB35F-20AA-92EB-B0CA-45DF00DB1C48}"/>
          </ac:picMkLst>
        </pc:picChg>
        <pc:picChg chg="add del mod">
          <ac:chgData name="Xin Luo" userId="82312ee5779919a4" providerId="LiveId" clId="{82BFAA31-791A-9843-976C-3AAFAA5AC07D}" dt="2023-03-04T15:08:25.973" v="4617" actId="478"/>
          <ac:picMkLst>
            <pc:docMk/>
            <pc:sldMk cId="3883315984" sldId="2744"/>
            <ac:picMk id="11" creationId="{7FFE9DD7-9FAD-B833-34A7-F9D00BB93C74}"/>
          </ac:picMkLst>
        </pc:picChg>
        <pc:picChg chg="add del mod">
          <ac:chgData name="Xin Luo" userId="82312ee5779919a4" providerId="LiveId" clId="{82BFAA31-791A-9843-976C-3AAFAA5AC07D}" dt="2023-03-04T15:08:26.853" v="4618" actId="478"/>
          <ac:picMkLst>
            <pc:docMk/>
            <pc:sldMk cId="3883315984" sldId="2744"/>
            <ac:picMk id="13" creationId="{99DA1880-9B80-A24C-3180-693E3B5EE1BF}"/>
          </ac:picMkLst>
        </pc:picChg>
        <pc:picChg chg="add del mod">
          <ac:chgData name="Xin Luo" userId="82312ee5779919a4" providerId="LiveId" clId="{82BFAA31-791A-9843-976C-3AAFAA5AC07D}" dt="2023-03-04T15:07:19.751" v="4571" actId="478"/>
          <ac:picMkLst>
            <pc:docMk/>
            <pc:sldMk cId="3883315984" sldId="2744"/>
            <ac:picMk id="15" creationId="{76264687-7C79-E28C-9AC8-4ACC581E6CB9}"/>
          </ac:picMkLst>
        </pc:picChg>
        <pc:picChg chg="add mod">
          <ac:chgData name="Xin Luo" userId="82312ee5779919a4" providerId="LiveId" clId="{82BFAA31-791A-9843-976C-3AAFAA5AC07D}" dt="2023-03-04T15:09:03.244" v="4634" actId="1076"/>
          <ac:picMkLst>
            <pc:docMk/>
            <pc:sldMk cId="3883315984" sldId="2744"/>
            <ac:picMk id="18" creationId="{0837DC30-4620-0035-DE40-9319EFBA876D}"/>
          </ac:picMkLst>
        </pc:picChg>
        <pc:picChg chg="add mod">
          <ac:chgData name="Xin Luo" userId="82312ee5779919a4" providerId="LiveId" clId="{82BFAA31-791A-9843-976C-3AAFAA5AC07D}" dt="2023-03-04T15:09:03.244" v="4634" actId="1076"/>
          <ac:picMkLst>
            <pc:docMk/>
            <pc:sldMk cId="3883315984" sldId="2744"/>
            <ac:picMk id="20" creationId="{1C80845A-A83F-D903-2B37-F9CB37E4E25A}"/>
          </ac:picMkLst>
        </pc:picChg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  <pc:spChg chg="mod">
          <ac:chgData name="Xin Luo" userId="82312ee5779919a4" providerId="LiveId" clId="{82BFAA31-791A-9843-976C-3AAFAA5AC07D}" dt="2023-03-04T15:21:58.766" v="5230" actId="1038"/>
          <ac:spMkLst>
            <pc:docMk/>
            <pc:sldMk cId="3741103209" sldId="2745"/>
            <ac:spMk id="17" creationId="{9E05FFCA-3371-AF5C-381D-71D984055F5A}"/>
          </ac:spMkLst>
        </pc:spChg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  <pc:spChg chg="mod">
          <ac:chgData name="Xin Luo" userId="82312ee5779919a4" providerId="LiveId" clId="{82BFAA31-791A-9843-976C-3AAFAA5AC07D}" dt="2023-03-04T15:07:51.391" v="4588" actId="20577"/>
          <ac:spMkLst>
            <pc:docMk/>
            <pc:sldMk cId="322086101" sldId="2746"/>
            <ac:spMk id="17" creationId="{9E05FFCA-3371-AF5C-381D-71D984055F5A}"/>
          </ac:spMkLst>
        </pc:spChg>
        <pc:picChg chg="mod">
          <ac:chgData name="Xin Luo" userId="82312ee5779919a4" providerId="LiveId" clId="{82BFAA31-791A-9843-976C-3AAFAA5AC07D}" dt="2023-03-04T15:08:22.005" v="4615" actId="1035"/>
          <ac:picMkLst>
            <pc:docMk/>
            <pc:sldMk cId="322086101" sldId="2746"/>
            <ac:picMk id="11" creationId="{7FFE9DD7-9FAD-B833-34A7-F9D00BB93C74}"/>
          </ac:picMkLst>
        </pc:picChg>
        <pc:picChg chg="mod">
          <ac:chgData name="Xin Luo" userId="82312ee5779919a4" providerId="LiveId" clId="{82BFAA31-791A-9843-976C-3AAFAA5AC07D}" dt="2023-03-04T15:08:22.005" v="4615" actId="1035"/>
          <ac:picMkLst>
            <pc:docMk/>
            <pc:sldMk cId="322086101" sldId="2746"/>
            <ac:picMk id="13" creationId="{99DA1880-9B80-A24C-3180-693E3B5EE1BF}"/>
          </ac:picMkLst>
        </pc:picChg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  <pc:spChg chg="mod">
          <ac:chgData name="Xin Luo" userId="82312ee5779919a4" providerId="LiveId" clId="{82BFAA31-791A-9843-976C-3AAFAA5AC07D}" dt="2023-03-04T15:26:37.013" v="5544" actId="1076"/>
          <ac:spMkLst>
            <pc:docMk/>
            <pc:sldMk cId="2920839983" sldId="2747"/>
            <ac:spMk id="17" creationId="{9E05FFCA-3371-AF5C-381D-71D984055F5A}"/>
          </ac:spMkLst>
        </pc:spChg>
        <pc:picChg chg="add mod">
          <ac:chgData name="Xin Luo" userId="82312ee5779919a4" providerId="LiveId" clId="{82BFAA31-791A-9843-976C-3AAFAA5AC07D}" dt="2023-03-04T15:26:46.366" v="5547" actId="1076"/>
          <ac:picMkLst>
            <pc:docMk/>
            <pc:sldMk cId="2920839983" sldId="2747"/>
            <ac:picMk id="5" creationId="{4B5D1AA6-D397-9A79-221A-E20C2E9E5B76}"/>
          </ac:picMkLst>
        </pc:picChg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  <pc:spChg chg="add del">
          <ac:chgData name="Xin Luo" userId="82312ee5779919a4" providerId="LiveId" clId="{82BFAA31-791A-9843-976C-3AAFAA5AC07D}" dt="2023-03-04T15:37:10.804" v="5659" actId="22"/>
          <ac:spMkLst>
            <pc:docMk/>
            <pc:sldMk cId="2081473989" sldId="2748"/>
            <ac:spMk id="6" creationId="{82D7925B-E2FA-6C82-149E-D49FD97901D4}"/>
          </ac:spMkLst>
        </pc:spChg>
        <pc:spChg chg="add mod">
          <ac:chgData name="Xin Luo" userId="82312ee5779919a4" providerId="LiveId" clId="{82BFAA31-791A-9843-976C-3AAFAA5AC07D}" dt="2023-03-04T15:45:35.826" v="5941" actId="1076"/>
          <ac:spMkLst>
            <pc:docMk/>
            <pc:sldMk cId="2081473989" sldId="2748"/>
            <ac:spMk id="15" creationId="{DAE75BEB-15B0-6AD3-FEA5-24688F0C9399}"/>
          </ac:spMkLst>
        </pc:spChg>
        <pc:spChg chg="add mod">
          <ac:chgData name="Xin Luo" userId="82312ee5779919a4" providerId="LiveId" clId="{82BFAA31-791A-9843-976C-3AAFAA5AC07D}" dt="2023-03-04T15:46:20.499" v="5952" actId="1582"/>
          <ac:spMkLst>
            <pc:docMk/>
            <pc:sldMk cId="2081473989" sldId="2748"/>
            <ac:spMk id="16" creationId="{011A1F98-9159-4FE6-698D-1B0B7EFC1F4C}"/>
          </ac:spMkLst>
        </pc:spChg>
        <pc:spChg chg="mod">
          <ac:chgData name="Xin Luo" userId="82312ee5779919a4" providerId="LiveId" clId="{82BFAA31-791A-9843-976C-3AAFAA5AC07D}" dt="2023-03-04T15:28:15.646" v="5654" actId="20577"/>
          <ac:spMkLst>
            <pc:docMk/>
            <pc:sldMk cId="2081473989" sldId="2748"/>
            <ac:spMk id="17" creationId="{9E05FFCA-3371-AF5C-381D-71D984055F5A}"/>
          </ac:spMkLst>
        </pc:spChg>
        <pc:picChg chg="del mod">
          <ac:chgData name="Xin Luo" userId="82312ee5779919a4" providerId="LiveId" clId="{82BFAA31-791A-9843-976C-3AAFAA5AC07D}" dt="2023-03-04T15:37:06.482" v="5657" actId="478"/>
          <ac:picMkLst>
            <pc:docMk/>
            <pc:sldMk cId="2081473989" sldId="2748"/>
            <ac:picMk id="5" creationId="{4B5D1AA6-D397-9A79-221A-E20C2E9E5B76}"/>
          </ac:picMkLst>
        </pc:picChg>
        <pc:picChg chg="add mod">
          <ac:chgData name="Xin Luo" userId="82312ee5779919a4" providerId="LiveId" clId="{82BFAA31-791A-9843-976C-3AAFAA5AC07D}" dt="2023-03-04T15:45:05.183" v="5929" actId="1036"/>
          <ac:picMkLst>
            <pc:docMk/>
            <pc:sldMk cId="2081473989" sldId="2748"/>
            <ac:picMk id="8" creationId="{79143EB1-6171-6D6B-E065-52F98AD03CCA}"/>
          </ac:picMkLst>
        </pc:picChg>
        <pc:picChg chg="add del mod">
          <ac:chgData name="Xin Luo" userId="82312ee5779919a4" providerId="LiveId" clId="{82BFAA31-791A-9843-976C-3AAFAA5AC07D}" dt="2023-03-04T15:45:07.251" v="5930" actId="478"/>
          <ac:picMkLst>
            <pc:docMk/>
            <pc:sldMk cId="2081473989" sldId="2748"/>
            <ac:picMk id="10" creationId="{30790A72-1A1F-A99B-2602-70052914B570}"/>
          </ac:picMkLst>
        </pc:picChg>
        <pc:picChg chg="add mod">
          <ac:chgData name="Xin Luo" userId="82312ee5779919a4" providerId="LiveId" clId="{82BFAA31-791A-9843-976C-3AAFAA5AC07D}" dt="2023-03-04T15:45:33.555" v="5940" actId="1076"/>
          <ac:picMkLst>
            <pc:docMk/>
            <pc:sldMk cId="2081473989" sldId="2748"/>
            <ac:picMk id="12" creationId="{CD5784D5-D55B-B02C-C48B-B4566A95D7A5}"/>
          </ac:picMkLst>
        </pc:picChg>
        <pc:picChg chg="add del mod">
          <ac:chgData name="Xin Luo" userId="82312ee5779919a4" providerId="LiveId" clId="{82BFAA31-791A-9843-976C-3AAFAA5AC07D}" dt="2023-03-04T15:45:23.214" v="5937"/>
          <ac:picMkLst>
            <pc:docMk/>
            <pc:sldMk cId="2081473989" sldId="2748"/>
            <ac:picMk id="14" creationId="{5DFB8C07-8D07-8D50-004D-9E3F08E7DE84}"/>
          </ac:picMkLst>
        </pc:picChg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  <pc:spChg chg="mod">
          <ac:chgData name="Xin Luo" userId="82312ee5779919a4" providerId="LiveId" clId="{82BFAA31-791A-9843-976C-3AAFAA5AC07D}" dt="2023-03-04T15:48:51.612" v="6078" actId="20577"/>
          <ac:spMkLst>
            <pc:docMk/>
            <pc:sldMk cId="1994915307" sldId="2749"/>
            <ac:spMk id="17" creationId="{9E05FFCA-3371-AF5C-381D-71D984055F5A}"/>
          </ac:spMkLst>
        </pc:spChg>
        <pc:picChg chg="add del mod">
          <ac:chgData name="Xin Luo" userId="82312ee5779919a4" providerId="LiveId" clId="{82BFAA31-791A-9843-976C-3AAFAA5AC07D}" dt="2023-03-04T15:38:11.661" v="5720" actId="478"/>
          <ac:picMkLst>
            <pc:docMk/>
            <pc:sldMk cId="1994915307" sldId="2749"/>
            <ac:picMk id="5" creationId="{EA1C2F80-6A2A-D60C-9FB3-F25B1C6511A4}"/>
          </ac:picMkLst>
        </pc:picChg>
        <pc:picChg chg="add mod">
          <ac:chgData name="Xin Luo" userId="82312ee5779919a4" providerId="LiveId" clId="{82BFAA31-791A-9843-976C-3AAFAA5AC07D}" dt="2023-03-04T15:48:59.888" v="6079" actId="1076"/>
          <ac:picMkLst>
            <pc:docMk/>
            <pc:sldMk cId="1994915307" sldId="2749"/>
            <ac:picMk id="7" creationId="{FBCB15A5-92D2-31A6-9C98-86B1AA96537C}"/>
          </ac:picMkLst>
        </pc:picChg>
        <pc:picChg chg="add mod">
          <ac:chgData name="Xin Luo" userId="82312ee5779919a4" providerId="LiveId" clId="{82BFAA31-791A-9843-976C-3AAFAA5AC07D}" dt="2023-03-04T15:48:59.888" v="6079" actId="1076"/>
          <ac:picMkLst>
            <pc:docMk/>
            <pc:sldMk cId="1994915307" sldId="2749"/>
            <ac:picMk id="9" creationId="{6773422F-41A1-CECC-4339-862D5F305E78}"/>
          </ac:picMkLst>
        </pc:picChg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  <pc:spChg chg="add mod">
          <ac:chgData name="Xin Luo" userId="82312ee5779919a4" providerId="LiveId" clId="{82BFAA31-791A-9843-976C-3AAFAA5AC07D}" dt="2023-03-04T15:43:09.927" v="5903" actId="1035"/>
          <ac:spMkLst>
            <pc:docMk/>
            <pc:sldMk cId="202264030" sldId="2750"/>
            <ac:spMk id="9" creationId="{D732F9A9-4A61-8CFE-4FB6-79B6EB588A79}"/>
          </ac:spMkLst>
        </pc:spChg>
        <pc:spChg chg="mod">
          <ac:chgData name="Xin Luo" userId="82312ee5779919a4" providerId="LiveId" clId="{82BFAA31-791A-9843-976C-3AAFAA5AC07D}" dt="2023-03-04T15:40:49.611" v="5818" actId="14100"/>
          <ac:spMkLst>
            <pc:docMk/>
            <pc:sldMk cId="202264030" sldId="2750"/>
            <ac:spMk id="17" creationId="{9E05FFCA-3371-AF5C-381D-71D984055F5A}"/>
          </ac:spMkLst>
        </pc:spChg>
        <pc:picChg chg="add mod">
          <ac:chgData name="Xin Luo" userId="82312ee5779919a4" providerId="LiveId" clId="{82BFAA31-791A-9843-976C-3AAFAA5AC07D}" dt="2023-03-04T15:43:09.927" v="5903" actId="1035"/>
          <ac:picMkLst>
            <pc:docMk/>
            <pc:sldMk cId="202264030" sldId="2750"/>
            <ac:picMk id="5" creationId="{9BBBBD8B-688B-710D-3D8D-BFDFD56DB232}"/>
          </ac:picMkLst>
        </pc:picChg>
        <pc:picChg chg="del">
          <ac:chgData name="Xin Luo" userId="82312ee5779919a4" providerId="LiveId" clId="{82BFAA31-791A-9843-976C-3AAFAA5AC07D}" dt="2023-03-04T15:38:51.044" v="5743" actId="478"/>
          <ac:picMkLst>
            <pc:docMk/>
            <pc:sldMk cId="202264030" sldId="2750"/>
            <ac:picMk id="7" creationId="{FBCB15A5-92D2-31A6-9C98-86B1AA96537C}"/>
          </ac:picMkLst>
        </pc:picChg>
        <pc:picChg chg="add mod">
          <ac:chgData name="Xin Luo" userId="82312ee5779919a4" providerId="LiveId" clId="{82BFAA31-791A-9843-976C-3AAFAA5AC07D}" dt="2023-03-04T15:43:09.927" v="5903" actId="1035"/>
          <ac:picMkLst>
            <pc:docMk/>
            <pc:sldMk cId="202264030" sldId="2750"/>
            <ac:picMk id="8" creationId="{B765428C-F39A-9703-24D3-B125CFA04483}"/>
          </ac:picMkLst>
        </pc:picChg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  <pc:spChg chg="mod">
          <ac:chgData name="Xin Luo" userId="82312ee5779919a4" providerId="LiveId" clId="{D28526AD-BB72-0B4E-9638-04907E1F3622}" dt="2023-09-18T01:27:09.604" v="115" actId="255"/>
          <ac:spMkLst>
            <pc:docMk/>
            <pc:sldMk cId="1209572041" sldId="2722"/>
            <ac:spMk id="13" creationId="{303BC878-BC57-D350-27A3-F03AE48213AC}"/>
          </ac:spMkLst>
        </pc:spChg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03D8BE82-102E-5842-96D4-AE390DAA9372}"/>
    <pc:docChg chg="undo custSel addSld delSld modSld sldOrd">
      <pc:chgData name="Xin Luo" userId="82312ee5779919a4" providerId="LiveId" clId="{03D8BE82-102E-5842-96D4-AE390DAA9372}" dt="2024-04-20T12:05:50.515" v="8290" actId="113"/>
      <pc:docMkLst>
        <pc:docMk/>
      </pc:docMkLst>
      <pc:sldChg chg="modSp mod">
        <pc:chgData name="Xin Luo" userId="82312ee5779919a4" providerId="LiveId" clId="{03D8BE82-102E-5842-96D4-AE390DAA9372}" dt="2024-04-20T10:34:57.389" v="8043" actId="1076"/>
        <pc:sldMkLst>
          <pc:docMk/>
          <pc:sldMk cId="1576120367" sldId="2387"/>
        </pc:sldMkLst>
        <pc:spChg chg="mod">
          <ac:chgData name="Xin Luo" userId="82312ee5779919a4" providerId="LiveId" clId="{03D8BE82-102E-5842-96D4-AE390DAA9372}" dt="2024-04-20T03:55:22.594" v="2036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03D8BE82-102E-5842-96D4-AE390DAA9372}" dt="2024-04-20T10:34:57.389" v="8043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03D8BE82-102E-5842-96D4-AE390DAA9372}" dt="2024-04-20T03:55:51.343" v="2066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03D8BE82-102E-5842-96D4-AE390DAA9372}" dt="2024-04-20T03:55:45.794" v="2050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03D8BE82-102E-5842-96D4-AE390DAA9372}" dt="2024-04-20T03:55:59.526" v="2079" actId="20577"/>
        <pc:sldMkLst>
          <pc:docMk/>
          <pc:sldMk cId="2415901206" sldId="2447"/>
        </pc:sldMkLst>
        <pc:spChg chg="mod">
          <ac:chgData name="Xin Luo" userId="82312ee5779919a4" providerId="LiveId" clId="{03D8BE82-102E-5842-96D4-AE390DAA9372}" dt="2024-04-20T03:55:59.526" v="2079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03D8BE82-102E-5842-96D4-AE390DAA9372}" dt="2024-04-17T14:37:09.890" v="68" actId="20577"/>
        <pc:sldMkLst>
          <pc:docMk/>
          <pc:sldMk cId="1658607177" sldId="2708"/>
        </pc:sldMkLst>
        <pc:spChg chg="mod">
          <ac:chgData name="Xin Luo" userId="82312ee5779919a4" providerId="LiveId" clId="{03D8BE82-102E-5842-96D4-AE390DAA9372}" dt="2024-04-17T14:36:53.196" v="29" actId="103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03D8BE82-102E-5842-96D4-AE390DAA9372}" dt="2024-04-17T14:37:09.890" v="68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del">
        <pc:chgData name="Xin Luo" userId="82312ee5779919a4" providerId="LiveId" clId="{03D8BE82-102E-5842-96D4-AE390DAA9372}" dt="2024-04-20T09:40:07.983" v="7214" actId="2696"/>
        <pc:sldMkLst>
          <pc:docMk/>
          <pc:sldMk cId="481122590" sldId="2709"/>
        </pc:sldMkLst>
      </pc:sldChg>
      <pc:sldChg chg="del">
        <pc:chgData name="Xin Luo" userId="82312ee5779919a4" providerId="LiveId" clId="{03D8BE82-102E-5842-96D4-AE390DAA9372}" dt="2024-04-20T09:40:07.972" v="7212" actId="2696"/>
        <pc:sldMkLst>
          <pc:docMk/>
          <pc:sldMk cId="972163772" sldId="2720"/>
        </pc:sldMkLst>
      </pc:sldChg>
      <pc:sldChg chg="del">
        <pc:chgData name="Xin Luo" userId="82312ee5779919a4" providerId="LiveId" clId="{03D8BE82-102E-5842-96D4-AE390DAA9372}" dt="2024-04-20T09:40:08" v="7217" actId="2696"/>
        <pc:sldMkLst>
          <pc:docMk/>
          <pc:sldMk cId="2689695864" sldId="2721"/>
        </pc:sldMkLst>
      </pc:sldChg>
      <pc:sldChg chg="modSp mod">
        <pc:chgData name="Xin Luo" userId="82312ee5779919a4" providerId="LiveId" clId="{03D8BE82-102E-5842-96D4-AE390DAA9372}" dt="2024-04-20T10:38:11.165" v="8125" actId="1035"/>
        <pc:sldMkLst>
          <pc:docMk/>
          <pc:sldMk cId="1209572041" sldId="2722"/>
        </pc:sldMkLst>
        <pc:spChg chg="mod">
          <ac:chgData name="Xin Luo" userId="82312ee5779919a4" providerId="LiveId" clId="{03D8BE82-102E-5842-96D4-AE390DAA9372}" dt="2024-04-20T10:37:32.537" v="8116"/>
          <ac:spMkLst>
            <pc:docMk/>
            <pc:sldMk cId="1209572041" sldId="2722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0:38:11.165" v="8125" actId="1035"/>
          <ac:spMkLst>
            <pc:docMk/>
            <pc:sldMk cId="1209572041" sldId="2722"/>
            <ac:spMk id="11" creationId="{53A7E693-8098-76C4-CD5D-47166ABEB164}"/>
          </ac:spMkLst>
        </pc:spChg>
        <pc:spChg chg="mod">
          <ac:chgData name="Xin Luo" userId="82312ee5779919a4" providerId="LiveId" clId="{03D8BE82-102E-5842-96D4-AE390DAA9372}" dt="2024-04-20T09:40:47.985" v="7336" actId="20577"/>
          <ac:spMkLst>
            <pc:docMk/>
            <pc:sldMk cId="1209572041" sldId="2722"/>
            <ac:spMk id="13" creationId="{303BC878-BC57-D350-27A3-F03AE48213AC}"/>
          </ac:spMkLst>
        </pc:spChg>
      </pc:sldChg>
      <pc:sldChg chg="del">
        <pc:chgData name="Xin Luo" userId="82312ee5779919a4" providerId="LiveId" clId="{03D8BE82-102E-5842-96D4-AE390DAA9372}" dt="2024-04-20T09:40:07.971" v="7211" actId="2696"/>
        <pc:sldMkLst>
          <pc:docMk/>
          <pc:sldMk cId="202264030" sldId="2750"/>
        </pc:sldMkLst>
      </pc:sldChg>
      <pc:sldChg chg="del">
        <pc:chgData name="Xin Luo" userId="82312ee5779919a4" providerId="LiveId" clId="{03D8BE82-102E-5842-96D4-AE390DAA9372}" dt="2024-04-20T09:40:08.017" v="7218" actId="2696"/>
        <pc:sldMkLst>
          <pc:docMk/>
          <pc:sldMk cId="1715888320" sldId="2751"/>
        </pc:sldMkLst>
      </pc:sldChg>
      <pc:sldChg chg="addSp delSp modSp mod ord">
        <pc:chgData name="Xin Luo" userId="82312ee5779919a4" providerId="LiveId" clId="{03D8BE82-102E-5842-96D4-AE390DAA9372}" dt="2024-04-20T10:35:51.351" v="8046" actId="14100"/>
        <pc:sldMkLst>
          <pc:docMk/>
          <pc:sldMk cId="1128013676" sldId="2752"/>
        </pc:sldMkLst>
        <pc:spChg chg="del mod">
          <ac:chgData name="Xin Luo" userId="82312ee5779919a4" providerId="LiveId" clId="{03D8BE82-102E-5842-96D4-AE390DAA9372}" dt="2024-04-17T15:06:42.614" v="800" actId="478"/>
          <ac:spMkLst>
            <pc:docMk/>
            <pc:sldMk cId="1128013676" sldId="2752"/>
            <ac:spMk id="2" creationId="{631AADB6-C88A-D817-4683-FC087E4E240F}"/>
          </ac:spMkLst>
        </pc:spChg>
        <pc:spChg chg="add mod">
          <ac:chgData name="Xin Luo" userId="82312ee5779919a4" providerId="LiveId" clId="{03D8BE82-102E-5842-96D4-AE390DAA9372}" dt="2024-04-20T10:35:51.351" v="8046" actId="14100"/>
          <ac:spMkLst>
            <pc:docMk/>
            <pc:sldMk cId="1128013676" sldId="2752"/>
            <ac:spMk id="4" creationId="{073AFBA9-AA27-5409-5726-10C2B9C266BC}"/>
          </ac:spMkLst>
        </pc:spChg>
        <pc:picChg chg="del">
          <ac:chgData name="Xin Luo" userId="82312ee5779919a4" providerId="LiveId" clId="{03D8BE82-102E-5842-96D4-AE390DAA9372}" dt="2024-04-17T14:40:40.357" v="180" actId="478"/>
          <ac:picMkLst>
            <pc:docMk/>
            <pc:sldMk cId="1128013676" sldId="2752"/>
            <ac:picMk id="5" creationId="{9368162D-30D8-AEDE-1FB0-65FF53458102}"/>
          </ac:picMkLst>
        </pc:picChg>
      </pc:sldChg>
      <pc:sldChg chg="del">
        <pc:chgData name="Xin Luo" userId="82312ee5779919a4" providerId="LiveId" clId="{03D8BE82-102E-5842-96D4-AE390DAA9372}" dt="2024-04-20T09:40:07.968" v="7210" actId="2696"/>
        <pc:sldMkLst>
          <pc:docMk/>
          <pc:sldMk cId="2065670701" sldId="2753"/>
        </pc:sldMkLst>
      </pc:sldChg>
      <pc:sldChg chg="del">
        <pc:chgData name="Xin Luo" userId="82312ee5779919a4" providerId="LiveId" clId="{03D8BE82-102E-5842-96D4-AE390DAA9372}" dt="2024-04-20T09:40:07.990" v="7215" actId="2696"/>
        <pc:sldMkLst>
          <pc:docMk/>
          <pc:sldMk cId="3203813031" sldId="2754"/>
        </pc:sldMkLst>
      </pc:sldChg>
      <pc:sldChg chg="del">
        <pc:chgData name="Xin Luo" userId="82312ee5779919a4" providerId="LiveId" clId="{03D8BE82-102E-5842-96D4-AE390DAA9372}" dt="2024-04-20T09:40:07.981" v="7213" actId="2696"/>
        <pc:sldMkLst>
          <pc:docMk/>
          <pc:sldMk cId="2856540524" sldId="2755"/>
        </pc:sldMkLst>
      </pc:sldChg>
      <pc:sldChg chg="del">
        <pc:chgData name="Xin Luo" userId="82312ee5779919a4" providerId="LiveId" clId="{03D8BE82-102E-5842-96D4-AE390DAA9372}" dt="2024-04-20T09:40:07.998" v="7216" actId="2696"/>
        <pc:sldMkLst>
          <pc:docMk/>
          <pc:sldMk cId="423236720" sldId="2756"/>
        </pc:sldMkLst>
      </pc:sldChg>
      <pc:sldChg chg="modSp add mod">
        <pc:chgData name="Xin Luo" userId="82312ee5779919a4" providerId="LiveId" clId="{03D8BE82-102E-5842-96D4-AE390DAA9372}" dt="2024-04-17T14:37:31.166" v="101" actId="20577"/>
        <pc:sldMkLst>
          <pc:docMk/>
          <pc:sldMk cId="3594082873" sldId="2757"/>
        </pc:sldMkLst>
        <pc:spChg chg="mod">
          <ac:chgData name="Xin Luo" userId="82312ee5779919a4" providerId="LiveId" clId="{03D8BE82-102E-5842-96D4-AE390DAA9372}" dt="2024-04-17T14:37:31.166" v="101" actId="20577"/>
          <ac:spMkLst>
            <pc:docMk/>
            <pc:sldMk cId="3594082873" sldId="2757"/>
            <ac:spMk id="24" creationId="{00000000-0000-0000-0000-000000000000}"/>
          </ac:spMkLst>
        </pc:spChg>
      </pc:sldChg>
      <pc:sldChg chg="add del setBg">
        <pc:chgData name="Xin Luo" userId="82312ee5779919a4" providerId="LiveId" clId="{03D8BE82-102E-5842-96D4-AE390DAA9372}" dt="2024-04-17T14:37:16.288" v="70"/>
        <pc:sldMkLst>
          <pc:docMk/>
          <pc:sldMk cId="3674459774" sldId="2757"/>
        </pc:sldMkLst>
      </pc:sldChg>
      <pc:sldChg chg="add del">
        <pc:chgData name="Xin Luo" userId="82312ee5779919a4" providerId="LiveId" clId="{03D8BE82-102E-5842-96D4-AE390DAA9372}" dt="2024-04-20T03:54:07.994" v="1998" actId="2696"/>
        <pc:sldMkLst>
          <pc:docMk/>
          <pc:sldMk cId="1187686111" sldId="2758"/>
        </pc:sldMkLst>
      </pc:sldChg>
      <pc:sldChg chg="addSp delSp modSp add mod">
        <pc:chgData name="Xin Luo" userId="82312ee5779919a4" providerId="LiveId" clId="{03D8BE82-102E-5842-96D4-AE390DAA9372}" dt="2024-04-20T10:36:11.167" v="8064" actId="20577"/>
        <pc:sldMkLst>
          <pc:docMk/>
          <pc:sldMk cId="1435648802" sldId="2759"/>
        </pc:sldMkLst>
        <pc:spChg chg="mod">
          <ac:chgData name="Xin Luo" userId="82312ee5779919a4" providerId="LiveId" clId="{03D8BE82-102E-5842-96D4-AE390DAA9372}" dt="2024-04-17T15:26:27.263" v="859" actId="1076"/>
          <ac:spMkLst>
            <pc:docMk/>
            <pc:sldMk cId="1435648802" sldId="2759"/>
            <ac:spMk id="2" creationId="{631AADB6-C88A-D817-4683-FC087E4E240F}"/>
          </ac:spMkLst>
        </pc:spChg>
        <pc:spChg chg="mod">
          <ac:chgData name="Xin Luo" userId="82312ee5779919a4" providerId="LiveId" clId="{03D8BE82-102E-5842-96D4-AE390DAA9372}" dt="2024-04-20T10:36:11.167" v="8064" actId="20577"/>
          <ac:spMkLst>
            <pc:docMk/>
            <pc:sldMk cId="1435648802" sldId="2759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17T15:26:01.534" v="834" actId="478"/>
          <ac:spMkLst>
            <pc:docMk/>
            <pc:sldMk cId="1435648802" sldId="2759"/>
            <ac:spMk id="4" creationId="{C8E579D5-5B64-1546-AEC5-2808272E98F5}"/>
          </ac:spMkLst>
        </pc:spChg>
        <pc:spChg chg="add mod">
          <ac:chgData name="Xin Luo" userId="82312ee5779919a4" providerId="LiveId" clId="{03D8BE82-102E-5842-96D4-AE390DAA9372}" dt="2024-04-20T03:53:12.084" v="1992" actId="255"/>
          <ac:spMkLst>
            <pc:docMk/>
            <pc:sldMk cId="1435648802" sldId="2759"/>
            <ac:spMk id="6" creationId="{962B23DE-665D-892B-931F-1A01E28F4BA2}"/>
          </ac:spMkLst>
        </pc:spChg>
        <pc:spChg chg="add mod">
          <ac:chgData name="Xin Luo" userId="82312ee5779919a4" providerId="LiveId" clId="{03D8BE82-102E-5842-96D4-AE390DAA9372}" dt="2024-04-20T03:53:21.511" v="1994" actId="1076"/>
          <ac:spMkLst>
            <pc:docMk/>
            <pc:sldMk cId="1435648802" sldId="2759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03:53:30.130" v="1997" actId="1076"/>
          <ac:picMkLst>
            <pc:docMk/>
            <pc:sldMk cId="1435648802" sldId="2759"/>
            <ac:picMk id="4" creationId="{F38BA0B6-8311-D710-C786-3602D26C25B6}"/>
          </ac:picMkLst>
        </pc:picChg>
        <pc:picChg chg="del mod">
          <ac:chgData name="Xin Luo" userId="82312ee5779919a4" providerId="LiveId" clId="{03D8BE82-102E-5842-96D4-AE390DAA9372}" dt="2024-04-17T15:35:35.599" v="1681" actId="478"/>
          <ac:picMkLst>
            <pc:docMk/>
            <pc:sldMk cId="1435648802" sldId="2759"/>
            <ac:picMk id="5" creationId="{9368162D-30D8-AEDE-1FB0-65FF53458102}"/>
          </ac:picMkLst>
        </pc:picChg>
      </pc:sldChg>
      <pc:sldChg chg="addSp delSp modSp add mod">
        <pc:chgData name="Xin Luo" userId="82312ee5779919a4" providerId="LiveId" clId="{03D8BE82-102E-5842-96D4-AE390DAA9372}" dt="2024-04-20T10:36:17.786" v="8065"/>
        <pc:sldMkLst>
          <pc:docMk/>
          <pc:sldMk cId="1666585532" sldId="2760"/>
        </pc:sldMkLst>
        <pc:spChg chg="mod">
          <ac:chgData name="Xin Luo" userId="82312ee5779919a4" providerId="LiveId" clId="{03D8BE82-102E-5842-96D4-AE390DAA9372}" dt="2024-04-20T10:36:17.786" v="8065"/>
          <ac:spMkLst>
            <pc:docMk/>
            <pc:sldMk cId="1666585532" sldId="2760"/>
            <ac:spMk id="3" creationId="{00000000-0000-0000-0000-000000000000}"/>
          </ac:spMkLst>
        </pc:spChg>
        <pc:spChg chg="add mod">
          <ac:chgData name="Xin Luo" userId="82312ee5779919a4" providerId="LiveId" clId="{03D8BE82-102E-5842-96D4-AE390DAA9372}" dt="2024-04-20T03:52:18.975" v="1975" actId="14100"/>
          <ac:spMkLst>
            <pc:docMk/>
            <pc:sldMk cId="1666585532" sldId="2760"/>
            <ac:spMk id="6" creationId="{88165BBC-4B6C-D110-B323-A083CEFFC0D0}"/>
          </ac:spMkLst>
        </pc:spChg>
        <pc:spChg chg="mod">
          <ac:chgData name="Xin Luo" userId="82312ee5779919a4" providerId="LiveId" clId="{03D8BE82-102E-5842-96D4-AE390DAA9372}" dt="2024-04-20T03:52:28.719" v="1978" actId="255"/>
          <ac:spMkLst>
            <pc:docMk/>
            <pc:sldMk cId="1666585532" sldId="2760"/>
            <ac:spMk id="7" creationId="{3DC73F52-8630-3936-0F04-2680DDF7D3C8}"/>
          </ac:spMkLst>
        </pc:spChg>
        <pc:picChg chg="add del mod">
          <ac:chgData name="Xin Luo" userId="82312ee5779919a4" providerId="LiveId" clId="{03D8BE82-102E-5842-96D4-AE390DAA9372}" dt="2024-04-20T03:42:55.889" v="1740" actId="478"/>
          <ac:picMkLst>
            <pc:docMk/>
            <pc:sldMk cId="1666585532" sldId="2760"/>
            <ac:picMk id="4" creationId="{6BFD6240-B7C4-71A1-DA17-1E942CB8DCBB}"/>
          </ac:picMkLst>
        </pc:picChg>
        <pc:picChg chg="add mod">
          <ac:chgData name="Xin Luo" userId="82312ee5779919a4" providerId="LiveId" clId="{03D8BE82-102E-5842-96D4-AE390DAA9372}" dt="2024-04-20T03:52:11.250" v="1972" actId="1076"/>
          <ac:picMkLst>
            <pc:docMk/>
            <pc:sldMk cId="1666585532" sldId="2760"/>
            <ac:picMk id="1026" creationId="{E2A70009-91D7-A696-27E7-E046F21F93E0}"/>
          </ac:picMkLst>
        </pc:picChg>
      </pc:sldChg>
      <pc:sldChg chg="modSp add mod">
        <pc:chgData name="Xin Luo" userId="82312ee5779919a4" providerId="LiveId" clId="{03D8BE82-102E-5842-96D4-AE390DAA9372}" dt="2024-04-20T10:36:23.695" v="8069" actId="20577"/>
        <pc:sldMkLst>
          <pc:docMk/>
          <pc:sldMk cId="4141385002" sldId="2761"/>
        </pc:sldMkLst>
        <pc:spChg chg="mod">
          <ac:chgData name="Xin Luo" userId="82312ee5779919a4" providerId="LiveId" clId="{03D8BE82-102E-5842-96D4-AE390DAA9372}" dt="2024-04-20T10:36:23.695" v="8069" actId="20577"/>
          <ac:spMkLst>
            <pc:docMk/>
            <pc:sldMk cId="4141385002" sldId="2761"/>
            <ac:spMk id="7" creationId="{00000000-0000-0000-0000-000000000000}"/>
          </ac:spMkLst>
        </pc:spChg>
      </pc:sldChg>
      <pc:sldChg chg="addSp delSp modSp add mod modNotesTx">
        <pc:chgData name="Xin Luo" userId="82312ee5779919a4" providerId="LiveId" clId="{03D8BE82-102E-5842-96D4-AE390DAA9372}" dt="2024-04-20T10:36:36.092" v="8082"/>
        <pc:sldMkLst>
          <pc:docMk/>
          <pc:sldMk cId="494802392" sldId="2762"/>
        </pc:sldMkLst>
        <pc:spChg chg="del">
          <ac:chgData name="Xin Luo" userId="82312ee5779919a4" providerId="LiveId" clId="{03D8BE82-102E-5842-96D4-AE390DAA9372}" dt="2024-04-20T04:05:24.049" v="2113" actId="478"/>
          <ac:spMkLst>
            <pc:docMk/>
            <pc:sldMk cId="494802392" sldId="2762"/>
            <ac:spMk id="2" creationId="{631AADB6-C88A-D817-4683-FC087E4E240F}"/>
          </ac:spMkLst>
        </pc:spChg>
        <pc:spChg chg="mod">
          <ac:chgData name="Xin Luo" userId="82312ee5779919a4" providerId="LiveId" clId="{03D8BE82-102E-5842-96D4-AE390DAA9372}" dt="2024-04-20T10:36:36.092" v="8082"/>
          <ac:spMkLst>
            <pc:docMk/>
            <pc:sldMk cId="494802392" sldId="2762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20T04:13:07.630" v="2361"/>
          <ac:spMkLst>
            <pc:docMk/>
            <pc:sldMk cId="494802392" sldId="2762"/>
            <ac:spMk id="4" creationId="{00F852D3-C55A-4435-2706-9E9F1D5B8832}"/>
          </ac:spMkLst>
        </pc:spChg>
        <pc:spChg chg="add del mod">
          <ac:chgData name="Xin Luo" userId="82312ee5779919a4" providerId="LiveId" clId="{03D8BE82-102E-5842-96D4-AE390DAA9372}" dt="2024-04-20T05:03:41.788" v="3440" actId="478"/>
          <ac:spMkLst>
            <pc:docMk/>
            <pc:sldMk cId="494802392" sldId="2762"/>
            <ac:spMk id="5" creationId="{391F20A3-5027-A054-610D-0134293D29EB}"/>
          </ac:spMkLst>
        </pc:spChg>
        <pc:spChg chg="del">
          <ac:chgData name="Xin Luo" userId="82312ee5779919a4" providerId="LiveId" clId="{03D8BE82-102E-5842-96D4-AE390DAA9372}" dt="2024-04-20T04:05:10.880" v="2101" actId="478"/>
          <ac:spMkLst>
            <pc:docMk/>
            <pc:sldMk cId="494802392" sldId="2762"/>
            <ac:spMk id="6" creationId="{88165BBC-4B6C-D110-B323-A083CEFFC0D0}"/>
          </ac:spMkLst>
        </pc:spChg>
        <pc:spChg chg="mod">
          <ac:chgData name="Xin Luo" userId="82312ee5779919a4" providerId="LiveId" clId="{03D8BE82-102E-5842-96D4-AE390DAA9372}" dt="2024-04-20T05:51:17.627" v="5248" actId="403"/>
          <ac:spMkLst>
            <pc:docMk/>
            <pc:sldMk cId="494802392" sldId="2762"/>
            <ac:spMk id="7" creationId="{3DC73F52-8630-3936-0F04-2680DDF7D3C8}"/>
          </ac:spMkLst>
        </pc:spChg>
        <pc:spChg chg="add del mod">
          <ac:chgData name="Xin Luo" userId="82312ee5779919a4" providerId="LiveId" clId="{03D8BE82-102E-5842-96D4-AE390DAA9372}" dt="2024-04-20T04:13:39.062" v="2370" actId="478"/>
          <ac:spMkLst>
            <pc:docMk/>
            <pc:sldMk cId="494802392" sldId="2762"/>
            <ac:spMk id="8" creationId="{F70A92D2-62DD-20D1-59DE-D20D781170DA}"/>
          </ac:spMkLst>
        </pc:spChg>
        <pc:picChg chg="del">
          <ac:chgData name="Xin Luo" userId="82312ee5779919a4" providerId="LiveId" clId="{03D8BE82-102E-5842-96D4-AE390DAA9372}" dt="2024-04-20T04:05:09.093" v="2100" actId="478"/>
          <ac:picMkLst>
            <pc:docMk/>
            <pc:sldMk cId="494802392" sldId="2762"/>
            <ac:picMk id="1026" creationId="{E2A70009-91D7-A696-27E7-E046F21F93E0}"/>
          </ac:picMkLst>
        </pc:picChg>
        <pc:picChg chg="add del mod">
          <ac:chgData name="Xin Luo" userId="82312ee5779919a4" providerId="LiveId" clId="{03D8BE82-102E-5842-96D4-AE390DAA9372}" dt="2024-04-20T04:13:45.508" v="2372" actId="478"/>
          <ac:picMkLst>
            <pc:docMk/>
            <pc:sldMk cId="494802392" sldId="2762"/>
            <ac:picMk id="3074" creationId="{A93D9339-5B78-DC62-8182-2422701133CC}"/>
          </ac:picMkLst>
        </pc:picChg>
      </pc:sldChg>
      <pc:sldChg chg="modSp add mod">
        <pc:chgData name="Xin Luo" userId="82312ee5779919a4" providerId="LiveId" clId="{03D8BE82-102E-5842-96D4-AE390DAA9372}" dt="2024-04-20T10:36:47.214" v="8088" actId="20577"/>
        <pc:sldMkLst>
          <pc:docMk/>
          <pc:sldMk cId="474826622" sldId="2763"/>
        </pc:sldMkLst>
        <pc:spChg chg="mod">
          <ac:chgData name="Xin Luo" userId="82312ee5779919a4" providerId="LiveId" clId="{03D8BE82-102E-5842-96D4-AE390DAA9372}" dt="2024-04-20T10:36:47.214" v="8088" actId="20577"/>
          <ac:spMkLst>
            <pc:docMk/>
            <pc:sldMk cId="474826622" sldId="2763"/>
            <ac:spMk id="7" creationId="{00000000-0000-0000-0000-000000000000}"/>
          </ac:spMkLst>
        </pc:spChg>
      </pc:sldChg>
      <pc:sldChg chg="addSp modSp add mod">
        <pc:chgData name="Xin Luo" userId="82312ee5779919a4" providerId="LiveId" clId="{03D8BE82-102E-5842-96D4-AE390DAA9372}" dt="2024-04-20T10:37:00.886" v="8108"/>
        <pc:sldMkLst>
          <pc:docMk/>
          <pc:sldMk cId="3863585509" sldId="2764"/>
        </pc:sldMkLst>
        <pc:spChg chg="mod">
          <ac:chgData name="Xin Luo" userId="82312ee5779919a4" providerId="LiveId" clId="{03D8BE82-102E-5842-96D4-AE390DAA9372}" dt="2024-04-20T10:37:00.886" v="8108"/>
          <ac:spMkLst>
            <pc:docMk/>
            <pc:sldMk cId="3863585509" sldId="2764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45:45.920" v="6865" actId="14100"/>
          <ac:spMkLst>
            <pc:docMk/>
            <pc:sldMk cId="3863585509" sldId="2764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08:45:50.583" v="6867" actId="14100"/>
          <ac:picMkLst>
            <pc:docMk/>
            <pc:sldMk cId="3863585509" sldId="2764"/>
            <ac:picMk id="4" creationId="{8448FBC6-0309-9521-7678-5CC1BA45D353}"/>
          </ac:picMkLst>
        </pc:picChg>
      </pc:sldChg>
      <pc:sldChg chg="addSp delSp modSp add mod ord">
        <pc:chgData name="Xin Luo" userId="82312ee5779919a4" providerId="LiveId" clId="{03D8BE82-102E-5842-96D4-AE390DAA9372}" dt="2024-04-20T10:36:30.054" v="8081" actId="20577"/>
        <pc:sldMkLst>
          <pc:docMk/>
          <pc:sldMk cId="4055009631" sldId="2765"/>
        </pc:sldMkLst>
        <pc:spChg chg="mod">
          <ac:chgData name="Xin Luo" userId="82312ee5779919a4" providerId="LiveId" clId="{03D8BE82-102E-5842-96D4-AE390DAA9372}" dt="2024-04-20T10:36:30.054" v="8081" actId="20577"/>
          <ac:spMkLst>
            <pc:docMk/>
            <pc:sldMk cId="4055009631" sldId="2765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5:51:07.371" v="5246" actId="403"/>
          <ac:spMkLst>
            <pc:docMk/>
            <pc:sldMk cId="4055009631" sldId="2765"/>
            <ac:spMk id="7" creationId="{3DC73F52-8630-3936-0F04-2680DDF7D3C8}"/>
          </ac:spMkLst>
        </pc:spChg>
        <pc:picChg chg="add del mod">
          <ac:chgData name="Xin Luo" userId="82312ee5779919a4" providerId="LiveId" clId="{03D8BE82-102E-5842-96D4-AE390DAA9372}" dt="2024-04-20T05:43:55.540" v="4852" actId="478"/>
          <ac:picMkLst>
            <pc:docMk/>
            <pc:sldMk cId="4055009631" sldId="2765"/>
            <ac:picMk id="4" creationId="{9FEF0797-8ADD-A61D-44E7-F60784A7B64E}"/>
          </ac:picMkLst>
        </pc:picChg>
        <pc:picChg chg="add mod">
          <ac:chgData name="Xin Luo" userId="82312ee5779919a4" providerId="LiveId" clId="{03D8BE82-102E-5842-96D4-AE390DAA9372}" dt="2024-04-20T05:50:54.619" v="5244" actId="14100"/>
          <ac:picMkLst>
            <pc:docMk/>
            <pc:sldMk cId="4055009631" sldId="2765"/>
            <ac:picMk id="6" creationId="{B0E7E43C-293E-F898-21C5-4AFE31CA8F11}"/>
          </ac:picMkLst>
        </pc:picChg>
      </pc:sldChg>
      <pc:sldChg chg="addSp delSp modSp add mod modNotesTx">
        <pc:chgData name="Xin Luo" userId="82312ee5779919a4" providerId="LiveId" clId="{03D8BE82-102E-5842-96D4-AE390DAA9372}" dt="2024-04-20T10:36:42.029" v="8083"/>
        <pc:sldMkLst>
          <pc:docMk/>
          <pc:sldMk cId="2576220137" sldId="2766"/>
        </pc:sldMkLst>
        <pc:spChg chg="mod">
          <ac:chgData name="Xin Luo" userId="82312ee5779919a4" providerId="LiveId" clId="{03D8BE82-102E-5842-96D4-AE390DAA9372}" dt="2024-04-20T10:36:42.029" v="8083"/>
          <ac:spMkLst>
            <pc:docMk/>
            <pc:sldMk cId="2576220137" sldId="2766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6" creationId="{7CC583DC-27CF-2628-8425-2BFBD8D24032}"/>
          </ac:spMkLst>
        </pc:spChg>
        <pc:spChg chg="mod">
          <ac:chgData name="Xin Luo" userId="82312ee5779919a4" providerId="LiveId" clId="{03D8BE82-102E-5842-96D4-AE390DAA9372}" dt="2024-04-20T06:07:22.104" v="5473" actId="14100"/>
          <ac:spMkLst>
            <pc:docMk/>
            <pc:sldMk cId="2576220137" sldId="2766"/>
            <ac:spMk id="7" creationId="{3DC73F52-8630-3936-0F04-2680DDF7D3C8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0" creationId="{275BA661-CE1A-C831-D58F-DC86728B736A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3" creationId="{69FDA1A6-F072-5A6D-11EC-D44983009081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6" creationId="{A7B23D92-5318-93BB-DD30-9EF455846D86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8" creationId="{2F61B8D1-E685-0C22-9788-A19ED9F299EC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20" creationId="{49204F76-2A32-03B4-0984-6BCDC18D8384}"/>
          </ac:spMkLst>
        </pc:spChg>
        <pc:spChg chg="add mod">
          <ac:chgData name="Xin Luo" userId="82312ee5779919a4" providerId="LiveId" clId="{03D8BE82-102E-5842-96D4-AE390DAA9372}" dt="2024-04-20T06:07:49.402" v="5493" actId="113"/>
          <ac:spMkLst>
            <pc:docMk/>
            <pc:sldMk cId="2576220137" sldId="2766"/>
            <ac:spMk id="22" creationId="{C8AE29E5-016E-3D39-65E9-F950BA236AF7}"/>
          </ac:spMkLst>
        </pc:spChg>
        <pc:grpChg chg="add mod">
          <ac:chgData name="Xin Luo" userId="82312ee5779919a4" providerId="LiveId" clId="{03D8BE82-102E-5842-96D4-AE390DAA9372}" dt="2024-04-20T06:07:24.289" v="5474" actId="1076"/>
          <ac:grpSpMkLst>
            <pc:docMk/>
            <pc:sldMk cId="2576220137" sldId="2766"/>
            <ac:grpSpMk id="5" creationId="{CF7788B2-BD8B-AD79-E75D-33596031297D}"/>
          </ac:grpSpMkLst>
        </pc:grpChg>
        <pc:grpChg chg="add mod">
          <ac:chgData name="Xin Luo" userId="82312ee5779919a4" providerId="LiveId" clId="{03D8BE82-102E-5842-96D4-AE390DAA9372}" dt="2024-04-20T06:07:26.638" v="5475" actId="1076"/>
          <ac:grpSpMkLst>
            <pc:docMk/>
            <pc:sldMk cId="2576220137" sldId="2766"/>
            <ac:grpSpMk id="14" creationId="{E3F4E922-AEAB-6C6A-61F0-F869A3EA56B2}"/>
          </ac:grpSpMkLst>
        </pc:grpChg>
        <pc:picChg chg="add del mod modCrop">
          <ac:chgData name="Xin Luo" userId="82312ee5779919a4" providerId="LiveId" clId="{03D8BE82-102E-5842-96D4-AE390DAA9372}" dt="2024-04-20T06:05:14.878" v="5442" actId="478"/>
          <ac:picMkLst>
            <pc:docMk/>
            <pc:sldMk cId="2576220137" sldId="2766"/>
            <ac:picMk id="4" creationId="{71CA1A8A-01FB-3274-03E9-EC3D07EC9177}"/>
          </ac:picMkLst>
        </pc:pic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8" creationId="{AE5B8511-6510-1A89-3485-7FC27C0E7DA9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9" creationId="{46CC3551-E177-B317-527C-53AA8A822065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1" creationId="{90792337-4E66-2045-F3B6-ED7DBE4C18BA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2" creationId="{88906FF0-109C-3534-075A-D257256E590C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5" creationId="{A6B335EC-29BA-EC4C-E723-F4D7571A16AC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7" creationId="{411DABFD-2ED5-04EC-F637-2FCEBFC1359C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9" creationId="{8FEED9C7-0F99-416B-284B-0CE38B36C03D}"/>
          </ac:cxnSpMkLst>
        </pc:cxnChg>
      </pc:sldChg>
      <pc:sldChg chg="delSp modSp add del mod">
        <pc:chgData name="Xin Luo" userId="82312ee5779919a4" providerId="LiveId" clId="{03D8BE82-102E-5842-96D4-AE390DAA9372}" dt="2024-04-20T05:46:45.199" v="5130" actId="2696"/>
        <pc:sldMkLst>
          <pc:docMk/>
          <pc:sldMk cId="3093686517" sldId="2767"/>
        </pc:sldMkLst>
        <pc:spChg chg="mod">
          <ac:chgData name="Xin Luo" userId="82312ee5779919a4" providerId="LiveId" clId="{03D8BE82-102E-5842-96D4-AE390DAA9372}" dt="2024-04-20T05:40:56.879" v="4848" actId="20577"/>
          <ac:spMkLst>
            <pc:docMk/>
            <pc:sldMk cId="3093686517" sldId="2767"/>
            <ac:spMk id="7" creationId="{3DC73F52-8630-3936-0F04-2680DDF7D3C8}"/>
          </ac:spMkLst>
        </pc:spChg>
        <pc:picChg chg="del">
          <ac:chgData name="Xin Luo" userId="82312ee5779919a4" providerId="LiveId" clId="{03D8BE82-102E-5842-96D4-AE390DAA9372}" dt="2024-04-20T05:40:54.739" v="4847" actId="478"/>
          <ac:picMkLst>
            <pc:docMk/>
            <pc:sldMk cId="3093686517" sldId="2767"/>
            <ac:picMk id="4" creationId="{9FEF0797-8ADD-A61D-44E7-F60784A7B64E}"/>
          </ac:picMkLst>
        </pc:picChg>
      </pc:sldChg>
      <pc:sldChg chg="modSp add mod">
        <pc:chgData name="Xin Luo" userId="82312ee5779919a4" providerId="LiveId" clId="{03D8BE82-102E-5842-96D4-AE390DAA9372}" dt="2024-04-20T10:37:04.130" v="8109"/>
        <pc:sldMkLst>
          <pc:docMk/>
          <pc:sldMk cId="3890180169" sldId="2767"/>
        </pc:sldMkLst>
        <pc:spChg chg="mod">
          <ac:chgData name="Xin Luo" userId="82312ee5779919a4" providerId="LiveId" clId="{03D8BE82-102E-5842-96D4-AE390DAA9372}" dt="2024-04-20T10:37:04.130" v="8109"/>
          <ac:spMkLst>
            <pc:docMk/>
            <pc:sldMk cId="3890180169" sldId="2767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46:03.948" v="6868" actId="2710"/>
          <ac:spMkLst>
            <pc:docMk/>
            <pc:sldMk cId="3890180169" sldId="2767"/>
            <ac:spMk id="7" creationId="{3DC73F52-8630-3936-0F04-2680DDF7D3C8}"/>
          </ac:spMkLst>
        </pc:spChg>
      </pc:sldChg>
      <pc:sldChg chg="addSp delSp modSp add del mod">
        <pc:chgData name="Xin Luo" userId="82312ee5779919a4" providerId="LiveId" clId="{03D8BE82-102E-5842-96D4-AE390DAA9372}" dt="2024-04-20T06:07:54.146" v="5494" actId="2696"/>
        <pc:sldMkLst>
          <pc:docMk/>
          <pc:sldMk cId="2963606181" sldId="2768"/>
        </pc:sldMkLst>
        <pc:spChg chg="add del mod">
          <ac:chgData name="Xin Luo" userId="82312ee5779919a4" providerId="LiveId" clId="{03D8BE82-102E-5842-96D4-AE390DAA9372}" dt="2024-04-20T05:58:26.931" v="5287" actId="478"/>
          <ac:spMkLst>
            <pc:docMk/>
            <pc:sldMk cId="2963606181" sldId="2768"/>
            <ac:spMk id="2" creationId="{8A90DE05-9A36-DAF1-3421-D0C236869A10}"/>
          </ac:spMkLst>
        </pc:spChg>
        <pc:spChg chg="add del mod">
          <ac:chgData name="Xin Luo" userId="82312ee5779919a4" providerId="LiveId" clId="{03D8BE82-102E-5842-96D4-AE390DAA9372}" dt="2024-04-20T05:58:30.788" v="5288" actId="478"/>
          <ac:spMkLst>
            <pc:docMk/>
            <pc:sldMk cId="2963606181" sldId="2768"/>
            <ac:spMk id="5" creationId="{5BBE7F59-277A-6A94-EBE8-75A91F1F87BB}"/>
          </ac:spMkLst>
        </pc:spChg>
        <pc:spChg chg="add del mod">
          <ac:chgData name="Xin Luo" userId="82312ee5779919a4" providerId="LiveId" clId="{03D8BE82-102E-5842-96D4-AE390DAA9372}" dt="2024-04-20T05:59:20.553" v="5296" actId="478"/>
          <ac:spMkLst>
            <pc:docMk/>
            <pc:sldMk cId="2963606181" sldId="2768"/>
            <ac:spMk id="6" creationId="{59EB1FF8-8F81-1528-873E-CBC2356DEC9A}"/>
          </ac:spMkLst>
        </pc:spChg>
        <pc:spChg chg="del">
          <ac:chgData name="Xin Luo" userId="82312ee5779919a4" providerId="LiveId" clId="{03D8BE82-102E-5842-96D4-AE390DAA9372}" dt="2024-04-20T05:56:45.877" v="5259" actId="478"/>
          <ac:spMkLst>
            <pc:docMk/>
            <pc:sldMk cId="2963606181" sldId="2768"/>
            <ac:spMk id="7" creationId="{3DC73F52-8630-3936-0F04-2680DDF7D3C8}"/>
          </ac:spMkLst>
        </pc:spChg>
        <pc:spChg chg="add mod">
          <ac:chgData name="Xin Luo" userId="82312ee5779919a4" providerId="LiveId" clId="{03D8BE82-102E-5842-96D4-AE390DAA9372}" dt="2024-04-20T06:05:10.724" v="5441" actId="164"/>
          <ac:spMkLst>
            <pc:docMk/>
            <pc:sldMk cId="2963606181" sldId="2768"/>
            <ac:spMk id="10" creationId="{09CE2E7F-B3B8-2A69-770A-D3FC2F5497CD}"/>
          </ac:spMkLst>
        </pc:spChg>
        <pc:spChg chg="add mod">
          <ac:chgData name="Xin Luo" userId="82312ee5779919a4" providerId="LiveId" clId="{03D8BE82-102E-5842-96D4-AE390DAA9372}" dt="2024-04-20T06:05:10.724" v="5441" actId="164"/>
          <ac:spMkLst>
            <pc:docMk/>
            <pc:sldMk cId="2963606181" sldId="2768"/>
            <ac:spMk id="20" creationId="{2BCE25B3-A276-18CD-1D0F-A5C0D3626D2F}"/>
          </ac:spMkLst>
        </pc:spChg>
        <pc:spChg chg="add mod">
          <ac:chgData name="Xin Luo" userId="82312ee5779919a4" providerId="LiveId" clId="{03D8BE82-102E-5842-96D4-AE390DAA9372}" dt="2024-04-20T06:05:10.724" v="5441" actId="164"/>
          <ac:spMkLst>
            <pc:docMk/>
            <pc:sldMk cId="2963606181" sldId="2768"/>
            <ac:spMk id="23" creationId="{1BE9FC16-BFC6-D4FF-F8F7-D5E73C051993}"/>
          </ac:spMkLst>
        </pc:spChg>
        <pc:spChg chg="add mod">
          <ac:chgData name="Xin Luo" userId="82312ee5779919a4" providerId="LiveId" clId="{03D8BE82-102E-5842-96D4-AE390DAA9372}" dt="2024-04-20T06:05:02.874" v="5438" actId="164"/>
          <ac:spMkLst>
            <pc:docMk/>
            <pc:sldMk cId="2963606181" sldId="2768"/>
            <ac:spMk id="28" creationId="{EEB6AF00-E63D-0A93-10A8-91073E2CF586}"/>
          </ac:spMkLst>
        </pc:spChg>
        <pc:spChg chg="add mod">
          <ac:chgData name="Xin Luo" userId="82312ee5779919a4" providerId="LiveId" clId="{03D8BE82-102E-5842-96D4-AE390DAA9372}" dt="2024-04-20T06:05:02.874" v="5438" actId="164"/>
          <ac:spMkLst>
            <pc:docMk/>
            <pc:sldMk cId="2963606181" sldId="2768"/>
            <ac:spMk id="30" creationId="{8BB60DB3-532B-2ECB-9751-4B009A1AB96C}"/>
          </ac:spMkLst>
        </pc:spChg>
        <pc:spChg chg="add mod">
          <ac:chgData name="Xin Luo" userId="82312ee5779919a4" providerId="LiveId" clId="{03D8BE82-102E-5842-96D4-AE390DAA9372}" dt="2024-04-20T06:05:02.874" v="5438" actId="164"/>
          <ac:spMkLst>
            <pc:docMk/>
            <pc:sldMk cId="2963606181" sldId="2768"/>
            <ac:spMk id="32" creationId="{1BC3C12E-6533-DC7E-D40D-25DB4E186462}"/>
          </ac:spMkLst>
        </pc:spChg>
        <pc:grpChg chg="add mod">
          <ac:chgData name="Xin Luo" userId="82312ee5779919a4" providerId="LiveId" clId="{03D8BE82-102E-5842-96D4-AE390DAA9372}" dt="2024-04-20T06:05:02.874" v="5438" actId="164"/>
          <ac:grpSpMkLst>
            <pc:docMk/>
            <pc:sldMk cId="2963606181" sldId="2768"/>
            <ac:grpSpMk id="33" creationId="{F4EA74B2-2739-AD3F-B269-5874AF23E1D7}"/>
          </ac:grpSpMkLst>
        </pc:grpChg>
        <pc:grpChg chg="add mod">
          <ac:chgData name="Xin Luo" userId="82312ee5779919a4" providerId="LiveId" clId="{03D8BE82-102E-5842-96D4-AE390DAA9372}" dt="2024-04-20T06:05:10.724" v="5441" actId="164"/>
          <ac:grpSpMkLst>
            <pc:docMk/>
            <pc:sldMk cId="2963606181" sldId="2768"/>
            <ac:grpSpMk id="34" creationId="{CF470DED-C16A-C643-506D-521C24F573DE}"/>
          </ac:grpSpMkLst>
        </pc:grpChg>
        <pc:picChg chg="del mod">
          <ac:chgData name="Xin Luo" userId="82312ee5779919a4" providerId="LiveId" clId="{03D8BE82-102E-5842-96D4-AE390DAA9372}" dt="2024-04-20T05:58:24.981" v="5286" actId="478"/>
          <ac:picMkLst>
            <pc:docMk/>
            <pc:sldMk cId="2963606181" sldId="2768"/>
            <ac:picMk id="4" creationId="{71CA1A8A-01FB-3274-03E9-EC3D07EC9177}"/>
          </ac:picMkLst>
        </pc:picChg>
        <pc:picChg chg="add del mod">
          <ac:chgData name="Xin Luo" userId="82312ee5779919a4" providerId="LiveId" clId="{03D8BE82-102E-5842-96D4-AE390DAA9372}" dt="2024-04-20T06:04:53.856" v="5437" actId="478"/>
          <ac:picMkLst>
            <pc:docMk/>
            <pc:sldMk cId="2963606181" sldId="2768"/>
            <ac:picMk id="9" creationId="{C0D3ECE6-A64C-8D05-99BD-0E0951A53EC8}"/>
          </ac:picMkLst>
        </pc:pic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12" creationId="{7AC502FC-6C3E-4B43-D474-70192CC19AC7}"/>
          </ac:cxnSpMkLst>
        </pc:cxn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15" creationId="{F8F56B68-DF64-3451-FB13-2FAAA350FCCB}"/>
          </ac:cxnSpMkLst>
        </pc:cxn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21" creationId="{B02ABEF5-690F-A230-138A-DDB8921EF8CB}"/>
          </ac:cxnSpMkLst>
        </pc:cxn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22" creationId="{7E017A09-397B-ACC6-2E54-368BC7D3992C}"/>
          </ac:cxnSpMkLst>
        </pc:cxnChg>
        <pc:cxnChg chg="add mod">
          <ac:chgData name="Xin Luo" userId="82312ee5779919a4" providerId="LiveId" clId="{03D8BE82-102E-5842-96D4-AE390DAA9372}" dt="2024-04-20T06:05:02.874" v="5438" actId="164"/>
          <ac:cxnSpMkLst>
            <pc:docMk/>
            <pc:sldMk cId="2963606181" sldId="2768"/>
            <ac:cxnSpMk id="25" creationId="{1125B459-06BC-F10B-C8C9-7816483804BE}"/>
          </ac:cxnSpMkLst>
        </pc:cxnChg>
        <pc:cxnChg chg="add mod">
          <ac:chgData name="Xin Luo" userId="82312ee5779919a4" providerId="LiveId" clId="{03D8BE82-102E-5842-96D4-AE390DAA9372}" dt="2024-04-20T06:05:02.874" v="5438" actId="164"/>
          <ac:cxnSpMkLst>
            <pc:docMk/>
            <pc:sldMk cId="2963606181" sldId="2768"/>
            <ac:cxnSpMk id="29" creationId="{FEF69BAF-152B-9CB0-D2AE-4F56479F4055}"/>
          </ac:cxnSpMkLst>
        </pc:cxnChg>
        <pc:cxnChg chg="add mod">
          <ac:chgData name="Xin Luo" userId="82312ee5779919a4" providerId="LiveId" clId="{03D8BE82-102E-5842-96D4-AE390DAA9372}" dt="2024-04-20T06:05:02.874" v="5438" actId="164"/>
          <ac:cxnSpMkLst>
            <pc:docMk/>
            <pc:sldMk cId="2963606181" sldId="2768"/>
            <ac:cxnSpMk id="31" creationId="{97EEDC1B-E1CC-FD4B-C435-7E9DF7F2A4C0}"/>
          </ac:cxnSpMkLst>
        </pc:cxnChg>
      </pc:sldChg>
      <pc:sldChg chg="addSp delSp modSp add mod">
        <pc:chgData name="Xin Luo" userId="82312ee5779919a4" providerId="LiveId" clId="{03D8BE82-102E-5842-96D4-AE390DAA9372}" dt="2024-04-20T10:36:55.159" v="8107" actId="20577"/>
        <pc:sldMkLst>
          <pc:docMk/>
          <pc:sldMk cId="3254934158" sldId="2768"/>
        </pc:sldMkLst>
        <pc:spChg chg="mod">
          <ac:chgData name="Xin Luo" userId="82312ee5779919a4" providerId="LiveId" clId="{03D8BE82-102E-5842-96D4-AE390DAA9372}" dt="2024-04-20T08:42:09.778" v="6812" actId="20577"/>
          <ac:spMkLst>
            <pc:docMk/>
            <pc:sldMk cId="3254934158" sldId="2768"/>
            <ac:spMk id="2" creationId="{631AADB6-C88A-D817-4683-FC087E4E240F}"/>
          </ac:spMkLst>
        </pc:spChg>
        <pc:spChg chg="mod">
          <ac:chgData name="Xin Luo" userId="82312ee5779919a4" providerId="LiveId" clId="{03D8BE82-102E-5842-96D4-AE390DAA9372}" dt="2024-04-20T10:36:55.159" v="8107" actId="20577"/>
          <ac:spMkLst>
            <pc:docMk/>
            <pc:sldMk cId="3254934158" sldId="2768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20T07:44:53.499" v="5532" actId="478"/>
          <ac:spMkLst>
            <pc:docMk/>
            <pc:sldMk cId="3254934158" sldId="2768"/>
            <ac:spMk id="4" creationId="{F93C35E0-91A7-5606-3CFB-C8CF1264D5AE}"/>
          </ac:spMkLst>
        </pc:spChg>
        <pc:spChg chg="add del mod">
          <ac:chgData name="Xin Luo" userId="82312ee5779919a4" providerId="LiveId" clId="{03D8BE82-102E-5842-96D4-AE390DAA9372}" dt="2024-04-20T08:42:02.128" v="6795" actId="478"/>
          <ac:spMkLst>
            <pc:docMk/>
            <pc:sldMk cId="3254934158" sldId="2768"/>
            <ac:spMk id="18" creationId="{5AD5791D-6D1B-CCAC-AB01-B3CEFD9C8873}"/>
          </ac:spMkLst>
        </pc:spChg>
        <pc:spChg chg="add mod">
          <ac:chgData name="Xin Luo" userId="82312ee5779919a4" providerId="LiveId" clId="{03D8BE82-102E-5842-96D4-AE390DAA9372}" dt="2024-04-20T08:44:18.287" v="6857" actId="113"/>
          <ac:spMkLst>
            <pc:docMk/>
            <pc:sldMk cId="3254934158" sldId="2768"/>
            <ac:spMk id="20" creationId="{C77B9CDC-D93C-F229-2BCC-8467A31F3208}"/>
          </ac:spMkLst>
        </pc:spChg>
        <pc:grpChg chg="mod">
          <ac:chgData name="Xin Luo" userId="82312ee5779919a4" providerId="LiveId" clId="{03D8BE82-102E-5842-96D4-AE390DAA9372}" dt="2024-04-20T07:44:51.390" v="5530"/>
          <ac:grpSpMkLst>
            <pc:docMk/>
            <pc:sldMk cId="3254934158" sldId="2768"/>
            <ac:grpSpMk id="7" creationId="{FB42C50A-64BA-DA5F-F88A-F4F37C815DF1}"/>
          </ac:grpSpMkLst>
        </pc:grpChg>
        <pc:grpChg chg="add del mod">
          <ac:chgData name="Xin Luo" userId="82312ee5779919a4" providerId="LiveId" clId="{03D8BE82-102E-5842-96D4-AE390DAA9372}" dt="2024-04-20T08:41:59.537" v="6794" actId="478"/>
          <ac:grpSpMkLst>
            <pc:docMk/>
            <pc:sldMk cId="3254934158" sldId="2768"/>
            <ac:grpSpMk id="12" creationId="{8F49FEC3-0A3A-81CE-B4B0-D38380E2E1D1}"/>
          </ac:grpSpMkLst>
        </pc:grpChg>
        <pc:picChg chg="add mod">
          <ac:chgData name="Xin Luo" userId="82312ee5779919a4" providerId="LiveId" clId="{03D8BE82-102E-5842-96D4-AE390DAA9372}" dt="2024-04-20T07:45:09.176" v="5534"/>
          <ac:picMkLst>
            <pc:docMk/>
            <pc:sldMk cId="3254934158" sldId="2768"/>
            <ac:picMk id="8" creationId="{01FBE74F-09CF-63C4-4A13-3EE24B409D91}"/>
          </ac:picMkLst>
        </pc:picChg>
        <pc:picChg chg="add mod">
          <ac:chgData name="Xin Luo" userId="82312ee5779919a4" providerId="LiveId" clId="{03D8BE82-102E-5842-96D4-AE390DAA9372}" dt="2024-04-20T07:45:12.923" v="5536"/>
          <ac:picMkLst>
            <pc:docMk/>
            <pc:sldMk cId="3254934158" sldId="2768"/>
            <ac:picMk id="9" creationId="{2A923BFC-2BA3-13C7-FB35-102DCCA764BC}"/>
          </ac:picMkLst>
        </pc:picChg>
        <pc:picChg chg="add mod">
          <ac:chgData name="Xin Luo" userId="82312ee5779919a4" providerId="LiveId" clId="{03D8BE82-102E-5842-96D4-AE390DAA9372}" dt="2024-04-20T07:45:38.083" v="5543" actId="164"/>
          <ac:picMkLst>
            <pc:docMk/>
            <pc:sldMk cId="3254934158" sldId="2768"/>
            <ac:picMk id="11" creationId="{99203FEB-1DDA-5A61-614F-E9458D2DF842}"/>
          </ac:picMkLst>
        </pc:picChg>
        <pc:picChg chg="add del mod">
          <ac:chgData name="Xin Luo" userId="82312ee5779919a4" providerId="LiveId" clId="{03D8BE82-102E-5842-96D4-AE390DAA9372}" dt="2024-04-20T07:46:11.132" v="5553"/>
          <ac:picMkLst>
            <pc:docMk/>
            <pc:sldMk cId="3254934158" sldId="2768"/>
            <ac:picMk id="14" creationId="{64F3CF1E-8014-FBEE-D2D2-B472C14EB5B5}"/>
          </ac:picMkLst>
        </pc:picChg>
        <pc:picChg chg="add mod">
          <ac:chgData name="Xin Luo" userId="82312ee5779919a4" providerId="LiveId" clId="{03D8BE82-102E-5842-96D4-AE390DAA9372}" dt="2024-04-20T07:46:36.309" v="5562" actId="1076"/>
          <ac:picMkLst>
            <pc:docMk/>
            <pc:sldMk cId="3254934158" sldId="2768"/>
            <ac:picMk id="16" creationId="{EFE97194-B8C3-A455-C38D-73F4869CD63C}"/>
          </ac:picMkLst>
        </pc:picChg>
        <pc:picChg chg="mod">
          <ac:chgData name="Xin Luo" userId="82312ee5779919a4" providerId="LiveId" clId="{03D8BE82-102E-5842-96D4-AE390DAA9372}" dt="2024-04-20T07:45:38.083" v="5543" actId="164"/>
          <ac:picMkLst>
            <pc:docMk/>
            <pc:sldMk cId="3254934158" sldId="2768"/>
            <ac:picMk id="1026" creationId="{49818E55-CF60-98B8-4081-A70153E31B08}"/>
          </ac:picMkLst>
        </pc:picChg>
        <pc:inkChg chg="add del mod">
          <ac:chgData name="Xin Luo" userId="82312ee5779919a4" providerId="LiveId" clId="{03D8BE82-102E-5842-96D4-AE390DAA9372}" dt="2024-04-20T07:44:52.101" v="5531" actId="9405"/>
          <ac:inkMkLst>
            <pc:docMk/>
            <pc:sldMk cId="3254934158" sldId="2768"/>
            <ac:inkMk id="5" creationId="{69725E02-982A-FF32-C0C7-1E2A9CE9698F}"/>
          </ac:inkMkLst>
        </pc:inkChg>
        <pc:inkChg chg="add del mod">
          <ac:chgData name="Xin Luo" userId="82312ee5779919a4" providerId="LiveId" clId="{03D8BE82-102E-5842-96D4-AE390DAA9372}" dt="2024-04-20T07:44:51.390" v="5530"/>
          <ac:inkMkLst>
            <pc:docMk/>
            <pc:sldMk cId="3254934158" sldId="2768"/>
            <ac:inkMk id="6" creationId="{EA64705F-8821-AE48-A797-2805ADDDCF72}"/>
          </ac:inkMkLst>
        </pc:inkChg>
      </pc:sldChg>
      <pc:sldChg chg="addSp modSp add mod">
        <pc:chgData name="Xin Luo" userId="82312ee5779919a4" providerId="LiveId" clId="{03D8BE82-102E-5842-96D4-AE390DAA9372}" dt="2024-04-20T10:37:07.386" v="8110"/>
        <pc:sldMkLst>
          <pc:docMk/>
          <pc:sldMk cId="2679339334" sldId="2769"/>
        </pc:sldMkLst>
        <pc:spChg chg="mod">
          <ac:chgData name="Xin Luo" userId="82312ee5779919a4" providerId="LiveId" clId="{03D8BE82-102E-5842-96D4-AE390DAA9372}" dt="2024-04-20T10:37:07.386" v="8110"/>
          <ac:spMkLst>
            <pc:docMk/>
            <pc:sldMk cId="2679339334" sldId="2769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04:04.166" v="5970" actId="1035"/>
          <ac:spMkLst>
            <pc:docMk/>
            <pc:sldMk cId="2679339334" sldId="2769"/>
            <ac:spMk id="7" creationId="{3DC73F52-8630-3936-0F04-2680DDF7D3C8}"/>
          </ac:spMkLst>
        </pc:spChg>
        <pc:spChg chg="add mod">
          <ac:chgData name="Xin Luo" userId="82312ee5779919a4" providerId="LiveId" clId="{03D8BE82-102E-5842-96D4-AE390DAA9372}" dt="2024-04-20T08:04:09.470" v="5973" actId="1036"/>
          <ac:spMkLst>
            <pc:docMk/>
            <pc:sldMk cId="2679339334" sldId="2769"/>
            <ac:spMk id="8" creationId="{CDE443BF-09C9-B781-FBB7-30F734CE4D77}"/>
          </ac:spMkLst>
        </pc:spChg>
        <pc:grpChg chg="add mod">
          <ac:chgData name="Xin Luo" userId="82312ee5779919a4" providerId="LiveId" clId="{03D8BE82-102E-5842-96D4-AE390DAA9372}" dt="2024-04-20T08:03:25.070" v="5962" actId="1076"/>
          <ac:grpSpMkLst>
            <pc:docMk/>
            <pc:sldMk cId="2679339334" sldId="2769"/>
            <ac:grpSpMk id="2" creationId="{BDA5AEE6-B0D8-A739-CBA5-8B4390A1C282}"/>
          </ac:grpSpMkLst>
        </pc:grpChg>
        <pc:picChg chg="mod">
          <ac:chgData name="Xin Luo" userId="82312ee5779919a4" providerId="LiveId" clId="{03D8BE82-102E-5842-96D4-AE390DAA9372}" dt="2024-04-20T08:02:16.456" v="5941"/>
          <ac:picMkLst>
            <pc:docMk/>
            <pc:sldMk cId="2679339334" sldId="2769"/>
            <ac:picMk id="4" creationId="{C6557D12-4159-D196-3149-E24E86767092}"/>
          </ac:picMkLst>
        </pc:picChg>
        <pc:picChg chg="mod">
          <ac:chgData name="Xin Luo" userId="82312ee5779919a4" providerId="LiveId" clId="{03D8BE82-102E-5842-96D4-AE390DAA9372}" dt="2024-04-20T08:02:16.456" v="5941"/>
          <ac:picMkLst>
            <pc:docMk/>
            <pc:sldMk cId="2679339334" sldId="2769"/>
            <ac:picMk id="5" creationId="{A15A497C-96E9-B412-EC21-588866C5F42C}"/>
          </ac:picMkLst>
        </pc:picChg>
      </pc:sldChg>
      <pc:sldChg chg="delSp modSp add mod modNotesTx">
        <pc:chgData name="Xin Luo" userId="82312ee5779919a4" providerId="LiveId" clId="{03D8BE82-102E-5842-96D4-AE390DAA9372}" dt="2024-04-20T10:37:11.236" v="8111"/>
        <pc:sldMkLst>
          <pc:docMk/>
          <pc:sldMk cId="2658418151" sldId="2770"/>
        </pc:sldMkLst>
        <pc:spChg chg="mod">
          <ac:chgData name="Xin Luo" userId="82312ee5779919a4" providerId="LiveId" clId="{03D8BE82-102E-5842-96D4-AE390DAA9372}" dt="2024-04-20T10:37:11.236" v="8111"/>
          <ac:spMkLst>
            <pc:docMk/>
            <pc:sldMk cId="2658418151" sldId="2770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50:58.272" v="7130" actId="1035"/>
          <ac:spMkLst>
            <pc:docMk/>
            <pc:sldMk cId="2658418151" sldId="2770"/>
            <ac:spMk id="7" creationId="{3DC73F52-8630-3936-0F04-2680DDF7D3C8}"/>
          </ac:spMkLst>
        </pc:spChg>
        <pc:spChg chg="del">
          <ac:chgData name="Xin Luo" userId="82312ee5779919a4" providerId="LiveId" clId="{03D8BE82-102E-5842-96D4-AE390DAA9372}" dt="2024-04-20T08:04:25.842" v="5975" actId="478"/>
          <ac:spMkLst>
            <pc:docMk/>
            <pc:sldMk cId="2658418151" sldId="2770"/>
            <ac:spMk id="8" creationId="{CDE443BF-09C9-B781-FBB7-30F734CE4D77}"/>
          </ac:spMkLst>
        </pc:spChg>
        <pc:grpChg chg="del">
          <ac:chgData name="Xin Luo" userId="82312ee5779919a4" providerId="LiveId" clId="{03D8BE82-102E-5842-96D4-AE390DAA9372}" dt="2024-04-20T08:17:47.915" v="6213" actId="478"/>
          <ac:grpSpMkLst>
            <pc:docMk/>
            <pc:sldMk cId="2658418151" sldId="2770"/>
            <ac:grpSpMk id="2" creationId="{BDA5AEE6-B0D8-A739-CBA5-8B4390A1C282}"/>
          </ac:grpSpMkLst>
        </pc:grpChg>
      </pc:sldChg>
      <pc:sldChg chg="addSp delSp modSp add del mod ord">
        <pc:chgData name="Xin Luo" userId="82312ee5779919a4" providerId="LiveId" clId="{03D8BE82-102E-5842-96D4-AE390DAA9372}" dt="2024-04-20T12:05:50.515" v="8290" actId="113"/>
        <pc:sldMkLst>
          <pc:docMk/>
          <pc:sldMk cId="2158765538" sldId="2771"/>
        </pc:sldMkLst>
        <pc:spChg chg="mod">
          <ac:chgData name="Xin Luo" userId="82312ee5779919a4" providerId="LiveId" clId="{03D8BE82-102E-5842-96D4-AE390DAA9372}" dt="2024-04-20T10:37:19.286" v="8113"/>
          <ac:spMkLst>
            <pc:docMk/>
            <pc:sldMk cId="2158765538" sldId="2771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2:05:50.515" v="8290" actId="113"/>
          <ac:spMkLst>
            <pc:docMk/>
            <pc:sldMk cId="2158765538" sldId="2771"/>
            <ac:spMk id="7" creationId="{3DC73F52-8630-3936-0F04-2680DDF7D3C8}"/>
          </ac:spMkLst>
        </pc:spChg>
        <pc:picChg chg="add del mod">
          <ac:chgData name="Xin Luo" userId="82312ee5779919a4" providerId="LiveId" clId="{03D8BE82-102E-5842-96D4-AE390DAA9372}" dt="2024-04-20T09:50:39.279" v="7546" actId="478"/>
          <ac:picMkLst>
            <pc:docMk/>
            <pc:sldMk cId="2158765538" sldId="2771"/>
            <ac:picMk id="4" creationId="{6B40898F-017B-4704-4329-C1DB1DB90D3C}"/>
          </ac:picMkLst>
        </pc:picChg>
        <pc:picChg chg="add del mod">
          <ac:chgData name="Xin Luo" userId="82312ee5779919a4" providerId="LiveId" clId="{03D8BE82-102E-5842-96D4-AE390DAA9372}" dt="2024-04-20T09:50:35.847" v="7544" actId="478"/>
          <ac:picMkLst>
            <pc:docMk/>
            <pc:sldMk cId="2158765538" sldId="2771"/>
            <ac:picMk id="6" creationId="{E86E0A14-6774-62E8-64B0-C10D839273A0}"/>
          </ac:picMkLst>
        </pc:picChg>
        <pc:picChg chg="add mod">
          <ac:chgData name="Xin Luo" userId="82312ee5779919a4" providerId="LiveId" clId="{03D8BE82-102E-5842-96D4-AE390DAA9372}" dt="2024-04-20T10:34:41.825" v="8042" actId="1035"/>
          <ac:picMkLst>
            <pc:docMk/>
            <pc:sldMk cId="2158765538" sldId="2771"/>
            <ac:picMk id="9" creationId="{3536909F-D58A-C14D-21E8-A723976C76BA}"/>
          </ac:picMkLst>
        </pc:picChg>
        <pc:picChg chg="add mod">
          <ac:chgData name="Xin Luo" userId="82312ee5779919a4" providerId="LiveId" clId="{03D8BE82-102E-5842-96D4-AE390DAA9372}" dt="2024-04-20T10:34:41.825" v="8042" actId="1035"/>
          <ac:picMkLst>
            <pc:docMk/>
            <pc:sldMk cId="2158765538" sldId="2771"/>
            <ac:picMk id="11" creationId="{89209A07-E9B1-40F4-1DD1-18136D749C26}"/>
          </ac:picMkLst>
        </pc:picChg>
        <pc:picChg chg="add del mod">
          <ac:chgData name="Xin Luo" userId="82312ee5779919a4" providerId="LiveId" clId="{03D8BE82-102E-5842-96D4-AE390DAA9372}" dt="2024-04-20T09:50:38.016" v="7545" actId="478"/>
          <ac:picMkLst>
            <pc:docMk/>
            <pc:sldMk cId="2158765538" sldId="2771"/>
            <ac:picMk id="1026" creationId="{A5BC86DA-C2C0-5B97-D20F-D572B34E7E7E}"/>
          </ac:picMkLst>
        </pc:picChg>
        <pc:picChg chg="add del">
          <ac:chgData name="Xin Luo" userId="82312ee5779919a4" providerId="LiveId" clId="{03D8BE82-102E-5842-96D4-AE390DAA9372}" dt="2024-04-20T09:50:42.863" v="7548" actId="478"/>
          <ac:picMkLst>
            <pc:docMk/>
            <pc:sldMk cId="2158765538" sldId="2771"/>
            <ac:picMk id="1028" creationId="{C02FDFED-02E6-6A66-728A-6699940FCDEF}"/>
          </ac:picMkLst>
        </pc:picChg>
        <pc:picChg chg="add del mod">
          <ac:chgData name="Xin Luo" userId="82312ee5779919a4" providerId="LiveId" clId="{03D8BE82-102E-5842-96D4-AE390DAA9372}" dt="2024-04-20T08:52:23.039" v="7135" actId="478"/>
          <ac:picMkLst>
            <pc:docMk/>
            <pc:sldMk cId="2158765538" sldId="2771"/>
            <ac:picMk id="13314" creationId="{A17E24CE-6F88-180D-D41B-169E6ABDB0A0}"/>
          </ac:picMkLst>
        </pc:picChg>
        <pc:picChg chg="add del mod">
          <ac:chgData name="Xin Luo" userId="82312ee5779919a4" providerId="LiveId" clId="{03D8BE82-102E-5842-96D4-AE390DAA9372}" dt="2024-04-20T08:52:21.659" v="7133" actId="478"/>
          <ac:picMkLst>
            <pc:docMk/>
            <pc:sldMk cId="2158765538" sldId="2771"/>
            <ac:picMk id="13316" creationId="{DF8EB211-87C3-2EAA-27DE-4AAB7AD37D20}"/>
          </ac:picMkLst>
        </pc:picChg>
        <pc:picChg chg="add del mod">
          <ac:chgData name="Xin Luo" userId="82312ee5779919a4" providerId="LiveId" clId="{03D8BE82-102E-5842-96D4-AE390DAA9372}" dt="2024-04-20T08:52:22.470" v="7134" actId="478"/>
          <ac:picMkLst>
            <pc:docMk/>
            <pc:sldMk cId="2158765538" sldId="2771"/>
            <ac:picMk id="13318" creationId="{445465EF-6D02-4DCE-A13B-BF810482C2BD}"/>
          </ac:picMkLst>
        </pc:picChg>
      </pc:sldChg>
      <pc:sldChg chg="modSp add mod">
        <pc:chgData name="Xin Luo" userId="82312ee5779919a4" providerId="LiveId" clId="{03D8BE82-102E-5842-96D4-AE390DAA9372}" dt="2024-04-20T12:05:41.591" v="8289" actId="1036"/>
        <pc:sldMkLst>
          <pc:docMk/>
          <pc:sldMk cId="777133288" sldId="2772"/>
        </pc:sldMkLst>
        <pc:spChg chg="mod">
          <ac:chgData name="Xin Luo" userId="82312ee5779919a4" providerId="LiveId" clId="{03D8BE82-102E-5842-96D4-AE390DAA9372}" dt="2024-04-20T10:37:15.330" v="8112"/>
          <ac:spMkLst>
            <pc:docMk/>
            <pc:sldMk cId="777133288" sldId="2772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2:05:37.505" v="8286" actId="1035"/>
          <ac:spMkLst>
            <pc:docMk/>
            <pc:sldMk cId="777133288" sldId="2772"/>
            <ac:spMk id="7" creationId="{3DC73F52-8630-3936-0F04-2680DDF7D3C8}"/>
          </ac:spMkLst>
        </pc:spChg>
        <pc:picChg chg="mod">
          <ac:chgData name="Xin Luo" userId="82312ee5779919a4" providerId="LiveId" clId="{03D8BE82-102E-5842-96D4-AE390DAA9372}" dt="2024-04-20T12:05:41.591" v="8289" actId="1036"/>
          <ac:picMkLst>
            <pc:docMk/>
            <pc:sldMk cId="777133288" sldId="2772"/>
            <ac:picMk id="13314" creationId="{A17E24CE-6F88-180D-D41B-169E6ABDB0A0}"/>
          </ac:picMkLst>
        </pc:picChg>
        <pc:picChg chg="mod">
          <ac:chgData name="Xin Luo" userId="82312ee5779919a4" providerId="LiveId" clId="{03D8BE82-102E-5842-96D4-AE390DAA9372}" dt="2024-04-20T12:05:41.591" v="8289" actId="1036"/>
          <ac:picMkLst>
            <pc:docMk/>
            <pc:sldMk cId="777133288" sldId="2772"/>
            <ac:picMk id="13316" creationId="{DF8EB211-87C3-2EAA-27DE-4AAB7AD37D20}"/>
          </ac:picMkLst>
        </pc:picChg>
        <pc:picChg chg="mod">
          <ac:chgData name="Xin Luo" userId="82312ee5779919a4" providerId="LiveId" clId="{03D8BE82-102E-5842-96D4-AE390DAA9372}" dt="2024-04-20T12:05:41.591" v="8289" actId="1036"/>
          <ac:picMkLst>
            <pc:docMk/>
            <pc:sldMk cId="777133288" sldId="2772"/>
            <ac:picMk id="13318" creationId="{445465EF-6D02-4DCE-A13B-BF810482C2BD}"/>
          </ac:picMkLst>
        </pc:picChg>
      </pc:sldChg>
      <pc:sldChg chg="add del">
        <pc:chgData name="Xin Luo" userId="82312ee5779919a4" providerId="LiveId" clId="{03D8BE82-102E-5842-96D4-AE390DAA9372}" dt="2024-04-20T08:57:11.627" v="7204" actId="2696"/>
        <pc:sldMkLst>
          <pc:docMk/>
          <pc:sldMk cId="588298868" sldId="2773"/>
        </pc:sldMkLst>
      </pc:sldChg>
      <pc:sldChg chg="addSp delSp modSp add mod">
        <pc:chgData name="Xin Luo" userId="82312ee5779919a4" providerId="LiveId" clId="{03D8BE82-102E-5842-96D4-AE390DAA9372}" dt="2024-04-20T10:37:26.844" v="8115"/>
        <pc:sldMkLst>
          <pc:docMk/>
          <pc:sldMk cId="614769083" sldId="2773"/>
        </pc:sldMkLst>
        <pc:spChg chg="add del mod">
          <ac:chgData name="Xin Luo" userId="82312ee5779919a4" providerId="LiveId" clId="{03D8BE82-102E-5842-96D4-AE390DAA9372}" dt="2024-04-20T10:16:47.388" v="7824" actId="478"/>
          <ac:spMkLst>
            <pc:docMk/>
            <pc:sldMk cId="614769083" sldId="2773"/>
            <ac:spMk id="2" creationId="{4F5B9446-5BB8-9DF0-1E2A-B9A0457D79D6}"/>
          </ac:spMkLst>
        </pc:spChg>
        <pc:spChg chg="mod">
          <ac:chgData name="Xin Luo" userId="82312ee5779919a4" providerId="LiveId" clId="{03D8BE82-102E-5842-96D4-AE390DAA9372}" dt="2024-04-20T10:37:26.844" v="8115"/>
          <ac:spMkLst>
            <pc:docMk/>
            <pc:sldMk cId="614769083" sldId="2773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20T10:16:47.388" v="7824" actId="478"/>
          <ac:spMkLst>
            <pc:docMk/>
            <pc:sldMk cId="614769083" sldId="2773"/>
            <ac:spMk id="4" creationId="{C57634A6-D4F1-7D9A-1BB3-736EF89B3595}"/>
          </ac:spMkLst>
        </pc:spChg>
        <pc:spChg chg="add del mod">
          <ac:chgData name="Xin Luo" userId="82312ee5779919a4" providerId="LiveId" clId="{03D8BE82-102E-5842-96D4-AE390DAA9372}" dt="2024-04-20T10:16:47.388" v="7824" actId="478"/>
          <ac:spMkLst>
            <pc:docMk/>
            <pc:sldMk cId="614769083" sldId="2773"/>
            <ac:spMk id="5" creationId="{3EA58672-83BD-1F8C-CE52-F40CA6B79964}"/>
          </ac:spMkLst>
        </pc:spChg>
        <pc:spChg chg="mod">
          <ac:chgData name="Xin Luo" userId="82312ee5779919a4" providerId="LiveId" clId="{03D8BE82-102E-5842-96D4-AE390DAA9372}" dt="2024-04-20T10:31:20.356" v="7876" actId="403"/>
          <ac:spMkLst>
            <pc:docMk/>
            <pc:sldMk cId="614769083" sldId="2773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10:22:22.179" v="7871" actId="1038"/>
          <ac:picMkLst>
            <pc:docMk/>
            <pc:sldMk cId="614769083" sldId="2773"/>
            <ac:picMk id="8" creationId="{D85858F3-C098-2709-D4A4-2F18907FF7E6}"/>
          </ac:picMkLst>
        </pc:picChg>
        <pc:picChg chg="add mod">
          <ac:chgData name="Xin Luo" userId="82312ee5779919a4" providerId="LiveId" clId="{03D8BE82-102E-5842-96D4-AE390DAA9372}" dt="2024-04-20T10:31:14.828" v="7874" actId="1035"/>
          <ac:picMkLst>
            <pc:docMk/>
            <pc:sldMk cId="614769083" sldId="2773"/>
            <ac:picMk id="10" creationId="{998B61EE-6A13-8A4B-058B-5EA2CDF3306D}"/>
          </ac:picMkLst>
        </pc:picChg>
        <pc:picChg chg="add del mod">
          <ac:chgData name="Xin Luo" userId="82312ee5779919a4" providerId="LiveId" clId="{03D8BE82-102E-5842-96D4-AE390DAA9372}" dt="2024-04-20T10:16:47.388" v="7824" actId="478"/>
          <ac:picMkLst>
            <pc:docMk/>
            <pc:sldMk cId="614769083" sldId="2773"/>
            <ac:picMk id="2050" creationId="{699FBB57-F028-E2F4-E960-F47F57FB4419}"/>
          </ac:picMkLst>
        </pc:picChg>
        <pc:picChg chg="add del mod">
          <ac:chgData name="Xin Luo" userId="82312ee5779919a4" providerId="LiveId" clId="{03D8BE82-102E-5842-96D4-AE390DAA9372}" dt="2024-04-20T10:21:47.831" v="7850" actId="478"/>
          <ac:picMkLst>
            <pc:docMk/>
            <pc:sldMk cId="614769083" sldId="2773"/>
            <ac:picMk id="2052" creationId="{A520490A-4634-A5D5-09CF-9D05F66F8DE3}"/>
          </ac:picMkLst>
        </pc:picChg>
        <pc:picChg chg="add del mod">
          <ac:chgData name="Xin Luo" userId="82312ee5779919a4" providerId="LiveId" clId="{03D8BE82-102E-5842-96D4-AE390DAA9372}" dt="2024-04-20T10:21:20.527" v="7849" actId="478"/>
          <ac:picMkLst>
            <pc:docMk/>
            <pc:sldMk cId="614769083" sldId="2773"/>
            <ac:picMk id="2054" creationId="{11C274D9-89F7-630A-4467-4D253AE70218}"/>
          </ac:picMkLst>
        </pc:picChg>
      </pc:sldChg>
      <pc:sldChg chg="add del">
        <pc:chgData name="Xin Luo" userId="82312ee5779919a4" providerId="LiveId" clId="{03D8BE82-102E-5842-96D4-AE390DAA9372}" dt="2024-04-20T08:45:15.745" v="6858" actId="2696"/>
        <pc:sldMkLst>
          <pc:docMk/>
          <pc:sldMk cId="2080116990" sldId="2773"/>
        </pc:sldMkLst>
      </pc:sldChg>
      <pc:sldChg chg="addSp modSp add mod">
        <pc:chgData name="Xin Luo" userId="82312ee5779919a4" providerId="LiveId" clId="{03D8BE82-102E-5842-96D4-AE390DAA9372}" dt="2024-04-20T10:37:23.291" v="8114"/>
        <pc:sldMkLst>
          <pc:docMk/>
          <pc:sldMk cId="4079044599" sldId="2774"/>
        </pc:sldMkLst>
        <pc:spChg chg="mod">
          <ac:chgData name="Xin Luo" userId="82312ee5779919a4" providerId="LiveId" clId="{03D8BE82-102E-5842-96D4-AE390DAA9372}" dt="2024-04-20T10:37:23.291" v="8114"/>
          <ac:spMkLst>
            <pc:docMk/>
            <pc:sldMk cId="4079044599" sldId="2774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0:34:08.622" v="7983" actId="20577"/>
          <ac:spMkLst>
            <pc:docMk/>
            <pc:sldMk cId="4079044599" sldId="2774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10:34:24.589" v="8027" actId="1038"/>
          <ac:picMkLst>
            <pc:docMk/>
            <pc:sldMk cId="4079044599" sldId="2774"/>
            <ac:picMk id="4" creationId="{452EDF2E-7D93-357D-4C81-AC1BCFB5D396}"/>
          </ac:picMkLst>
        </pc:picChg>
        <pc:picChg chg="add mod">
          <ac:chgData name="Xin Luo" userId="82312ee5779919a4" providerId="LiveId" clId="{03D8BE82-102E-5842-96D4-AE390DAA9372}" dt="2024-04-20T10:34:23.266" v="8021" actId="1037"/>
          <ac:picMkLst>
            <pc:docMk/>
            <pc:sldMk cId="4079044599" sldId="2774"/>
            <ac:picMk id="6" creationId="{3A058648-3C22-0C76-6F22-33C117128D1B}"/>
          </ac:picMkLst>
        </pc:picChg>
      </pc:sldChg>
      <pc:sldChg chg="add del">
        <pc:chgData name="Xin Luo" userId="82312ee5779919a4" providerId="LiveId" clId="{03D8BE82-102E-5842-96D4-AE390DAA9372}" dt="2024-04-20T09:53:54.492" v="7567"/>
        <pc:sldMkLst>
          <pc:docMk/>
          <pc:sldMk cId="3091969508" sldId="2775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  <pc:spChg chg="mod">
          <ac:chgData name="Xin Luo" userId="82312ee5779919a4" providerId="LiveId" clId="{A508F461-0D73-864F-B88A-277BCD613B0A}" dt="2023-09-11T01:25:36.157" v="49" actId="255"/>
          <ac:spMkLst>
            <pc:docMk/>
            <pc:sldMk cId="1209572041" sldId="2722"/>
            <ac:spMk id="13" creationId="{303BC878-BC57-D350-27A3-F03AE48213AC}"/>
          </ac:spMkLst>
        </pc:spChg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  <pc:spChg chg="mod">
          <ac:chgData name="Xin Luo" userId="82312ee5779919a4" providerId="LiveId" clId="{A508F461-0D73-864F-B88A-277BCD613B0A}" dt="2023-09-11T02:08:48.074" v="121" actId="1076"/>
          <ac:spMkLst>
            <pc:docMk/>
            <pc:sldMk cId="3151170836" sldId="2742"/>
            <ac:spMk id="6" creationId="{FA343B24-C04E-C7D0-D427-DA131ECB74AB}"/>
          </ac:spMkLst>
        </pc:spChg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  <pc:spChg chg="mod">
          <ac:chgData name="Xin Luo" userId="82312ee5779919a4" providerId="LiveId" clId="{A508F461-0D73-864F-B88A-277BCD613B0A}" dt="2023-09-11T01:24:19.474" v="26" actId="255"/>
          <ac:spMkLst>
            <pc:docMk/>
            <pc:sldMk cId="3741103209" sldId="2745"/>
            <ac:spMk id="17" creationId="{9E05FFCA-3371-AF5C-381D-71D984055F5A}"/>
          </ac:spMkLst>
        </pc:spChg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  <pc:spChg chg="mod">
          <ac:chgData name="Xin Luo" userId="82312ee5779919a4" providerId="LiveId" clId="{A508F461-0D73-864F-B88A-277BCD613B0A}" dt="2023-09-11T01:25:10.921" v="46" actId="1035"/>
          <ac:spMkLst>
            <pc:docMk/>
            <pc:sldMk cId="2081473989" sldId="2748"/>
            <ac:spMk id="15" creationId="{DAE75BEB-15B0-6AD3-FEA5-24688F0C9399}"/>
          </ac:spMkLst>
        </pc:spChg>
        <pc:spChg chg="mod">
          <ac:chgData name="Xin Luo" userId="82312ee5779919a4" providerId="LiveId" clId="{A508F461-0D73-864F-B88A-277BCD613B0A}" dt="2023-09-11T01:25:10.921" v="46" actId="1035"/>
          <ac:spMkLst>
            <pc:docMk/>
            <pc:sldMk cId="2081473989" sldId="2748"/>
            <ac:spMk id="16" creationId="{011A1F98-9159-4FE6-698D-1B0B7EFC1F4C}"/>
          </ac:spMkLst>
        </pc:spChg>
        <pc:spChg chg="mod">
          <ac:chgData name="Xin Luo" userId="82312ee5779919a4" providerId="LiveId" clId="{A508F461-0D73-864F-B88A-277BCD613B0A}" dt="2023-09-11T01:25:03.190" v="37" actId="2710"/>
          <ac:spMkLst>
            <pc:docMk/>
            <pc:sldMk cId="2081473989" sldId="2748"/>
            <ac:spMk id="17" creationId="{9E05FFCA-3371-AF5C-381D-71D984055F5A}"/>
          </ac:spMkLst>
        </pc:spChg>
        <pc:picChg chg="mod">
          <ac:chgData name="Xin Luo" userId="82312ee5779919a4" providerId="LiveId" clId="{A508F461-0D73-864F-B88A-277BCD613B0A}" dt="2023-09-11T01:25:10.921" v="46" actId="1035"/>
          <ac:picMkLst>
            <pc:docMk/>
            <pc:sldMk cId="2081473989" sldId="2748"/>
            <ac:picMk id="8" creationId="{79143EB1-6171-6D6B-E065-52F98AD03CCA}"/>
          </ac:picMkLst>
        </pc:picChg>
        <pc:picChg chg="mod">
          <ac:chgData name="Xin Luo" userId="82312ee5779919a4" providerId="LiveId" clId="{A508F461-0D73-864F-B88A-277BCD613B0A}" dt="2023-09-11T01:25:10.921" v="46" actId="1035"/>
          <ac:picMkLst>
            <pc:docMk/>
            <pc:sldMk cId="2081473989" sldId="2748"/>
            <ac:picMk id="12" creationId="{CD5784D5-D55B-B02C-C48B-B4566A95D7A5}"/>
          </ac:picMkLst>
        </pc:picChg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  <pc:spChg chg="mod">
          <ac:chgData name="Xin Luo" userId="82312ee5779919a4" providerId="LiveId" clId="{A508F461-0D73-864F-B88A-277BCD613B0A}" dt="2023-09-11T01:23:28.376" v="25" actId="1037"/>
          <ac:spMkLst>
            <pc:docMk/>
            <pc:sldMk cId="2927474256" sldId="2754"/>
            <ac:spMk id="17" creationId="{8CFF8A22-C033-47DF-8707-CA76F142CBBA}"/>
          </ac:spMkLst>
        </pc:spChg>
        <pc:grpChg chg="mod">
          <ac:chgData name="Xin Luo" userId="82312ee5779919a4" providerId="LiveId" clId="{A508F461-0D73-864F-B88A-277BCD613B0A}" dt="2023-09-11T01:23:15.792" v="0" actId="1037"/>
          <ac:grpSpMkLst>
            <pc:docMk/>
            <pc:sldMk cId="2927474256" sldId="2754"/>
            <ac:grpSpMk id="20" creationId="{8AA7B3E2-1D42-96C9-43F0-1F320D3EFD63}"/>
          </ac:grpSpMkLst>
        </pc:grpChg>
        <pc:picChg chg="mod">
          <ac:chgData name="Xin Luo" userId="82312ee5779919a4" providerId="LiveId" clId="{A508F461-0D73-864F-B88A-277BCD613B0A}" dt="2023-09-11T01:23:18.846" v="10" actId="1038"/>
          <ac:picMkLst>
            <pc:docMk/>
            <pc:sldMk cId="2927474256" sldId="2754"/>
            <ac:picMk id="9" creationId="{0CF46726-2B51-43A4-FDEF-A6131C46F05F}"/>
          </ac:picMkLst>
        </pc:picChg>
      </pc:sldChg>
    </pc:docChg>
  </pc:docChgLst>
  <pc:docChgLst>
    <pc:chgData name="Xin Luo" userId="82312ee5779919a4" providerId="LiveId" clId="{81033358-B3F8-684F-93A6-EAEB9C01D2E9}"/>
    <pc:docChg chg="undo custSel addSld delSld modSld">
      <pc:chgData name="Xin Luo" userId="82312ee5779919a4" providerId="LiveId" clId="{81033358-B3F8-684F-93A6-EAEB9C01D2E9}" dt="2024-04-23T15:11:35.983" v="1815" actId="113"/>
      <pc:docMkLst>
        <pc:docMk/>
      </pc:docMkLst>
      <pc:sldChg chg="delSp modSp mod">
        <pc:chgData name="Xin Luo" userId="82312ee5779919a4" providerId="LiveId" clId="{81033358-B3F8-684F-93A6-EAEB9C01D2E9}" dt="2024-04-20T12:11:06.246" v="192" actId="1076"/>
        <pc:sldMkLst>
          <pc:docMk/>
          <pc:sldMk cId="1576120367" sldId="2387"/>
        </pc:sldMkLst>
        <pc:spChg chg="mod">
          <ac:chgData name="Xin Luo" userId="82312ee5779919a4" providerId="LiveId" clId="{81033358-B3F8-684F-93A6-EAEB9C01D2E9}" dt="2024-04-20T12:09:25.869" v="152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81033358-B3F8-684F-93A6-EAEB9C01D2E9}" dt="2024-04-20T12:08:59.140" v="151" actId="579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81033358-B3F8-684F-93A6-EAEB9C01D2E9}" dt="2024-04-20T12:09:37.851" v="190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81033358-B3F8-684F-93A6-EAEB9C01D2E9}" dt="2024-04-20T12:11:06.246" v="192" actId="107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81033358-B3F8-684F-93A6-EAEB9C01D2E9}" dt="2024-04-20T12:11:06.246" v="192" actId="1076"/>
          <ac:grpSpMkLst>
            <pc:docMk/>
            <pc:sldMk cId="1576120367" sldId="2387"/>
            <ac:grpSpMk id="3" creationId="{12ED16A1-79B8-7DB1-1CC1-250B051BAD58}"/>
          </ac:grpSpMkLst>
        </pc:grpChg>
        <pc:grpChg chg="del">
          <ac:chgData name="Xin Luo" userId="82312ee5779919a4" providerId="LiveId" clId="{81033358-B3F8-684F-93A6-EAEB9C01D2E9}" dt="2024-04-20T12:11:00.362" v="191" actId="478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modSp mod">
        <pc:chgData name="Xin Luo" userId="82312ee5779919a4" providerId="LiveId" clId="{81033358-B3F8-684F-93A6-EAEB9C01D2E9}" dt="2024-04-20T12:11:18.447" v="223" actId="20577"/>
        <pc:sldMkLst>
          <pc:docMk/>
          <pc:sldMk cId="2415901206" sldId="2447"/>
        </pc:sldMkLst>
        <pc:spChg chg="mod">
          <ac:chgData name="Xin Luo" userId="82312ee5779919a4" providerId="LiveId" clId="{81033358-B3F8-684F-93A6-EAEB9C01D2E9}" dt="2024-04-20T12:11:18.447" v="223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81033358-B3F8-684F-93A6-EAEB9C01D2E9}" dt="2024-04-20T12:07:35.536" v="30" actId="20577"/>
        <pc:sldMkLst>
          <pc:docMk/>
          <pc:sldMk cId="1658607177" sldId="2708"/>
        </pc:sldMkLst>
        <pc:spChg chg="mod">
          <ac:chgData name="Xin Luo" userId="82312ee5779919a4" providerId="LiveId" clId="{81033358-B3F8-684F-93A6-EAEB9C01D2E9}" dt="2024-04-20T12:07:35.536" v="30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del">
        <pc:chgData name="Xin Luo" userId="82312ee5779919a4" providerId="LiveId" clId="{81033358-B3F8-684F-93A6-EAEB9C01D2E9}" dt="2024-04-20T12:07:41.634" v="31" actId="2696"/>
        <pc:sldMkLst>
          <pc:docMk/>
          <pc:sldMk cId="1128013676" sldId="2752"/>
        </pc:sldMkLst>
      </pc:sldChg>
      <pc:sldChg chg="del">
        <pc:chgData name="Xin Luo" userId="82312ee5779919a4" providerId="LiveId" clId="{81033358-B3F8-684F-93A6-EAEB9C01D2E9}" dt="2024-04-20T12:07:42.796" v="32" actId="2696"/>
        <pc:sldMkLst>
          <pc:docMk/>
          <pc:sldMk cId="3594082873" sldId="2757"/>
        </pc:sldMkLst>
      </pc:sldChg>
      <pc:sldChg chg="addSp delSp modSp mod">
        <pc:chgData name="Xin Luo" userId="82312ee5779919a4" providerId="LiveId" clId="{81033358-B3F8-684F-93A6-EAEB9C01D2E9}" dt="2024-04-22T13:26:05.393" v="750" actId="20577"/>
        <pc:sldMkLst>
          <pc:docMk/>
          <pc:sldMk cId="1435648802" sldId="2759"/>
        </pc:sldMkLst>
        <pc:spChg chg="mod">
          <ac:chgData name="Xin Luo" userId="82312ee5779919a4" providerId="LiveId" clId="{81033358-B3F8-684F-93A6-EAEB9C01D2E9}" dt="2024-04-22T13:09:02.324" v="487"/>
          <ac:spMkLst>
            <pc:docMk/>
            <pc:sldMk cId="1435648802" sldId="2759"/>
            <ac:spMk id="2" creationId="{631AADB6-C88A-D817-4683-FC087E4E240F}"/>
          </ac:spMkLst>
        </pc:spChg>
        <pc:spChg chg="mod">
          <ac:chgData name="Xin Luo" userId="82312ee5779919a4" providerId="LiveId" clId="{81033358-B3F8-684F-93A6-EAEB9C01D2E9}" dt="2024-04-20T12:12:25.814" v="255" actId="20577"/>
          <ac:spMkLst>
            <pc:docMk/>
            <pc:sldMk cId="1435648802" sldId="2759"/>
            <ac:spMk id="3" creationId="{00000000-0000-0000-0000-000000000000}"/>
          </ac:spMkLst>
        </pc:spChg>
        <pc:spChg chg="mod">
          <ac:chgData name="Xin Luo" userId="82312ee5779919a4" providerId="LiveId" clId="{81033358-B3F8-684F-93A6-EAEB9C01D2E9}" dt="2024-04-22T12:57:00.386" v="363" actId="20577"/>
          <ac:spMkLst>
            <pc:docMk/>
            <pc:sldMk cId="1435648802" sldId="2759"/>
            <ac:spMk id="6" creationId="{962B23DE-665D-892B-931F-1A01E28F4BA2}"/>
          </ac:spMkLst>
        </pc:spChg>
        <pc:spChg chg="del mod">
          <ac:chgData name="Xin Luo" userId="82312ee5779919a4" providerId="LiveId" clId="{81033358-B3F8-684F-93A6-EAEB9C01D2E9}" dt="2024-04-20T12:11:32.301" v="233" actId="478"/>
          <ac:spMkLst>
            <pc:docMk/>
            <pc:sldMk cId="1435648802" sldId="2759"/>
            <ac:spMk id="7" creationId="{3DC73F52-8630-3936-0F04-2680DDF7D3C8}"/>
          </ac:spMkLst>
        </pc:spChg>
        <pc:spChg chg="add mod">
          <ac:chgData name="Xin Luo" userId="82312ee5779919a4" providerId="LiveId" clId="{81033358-B3F8-684F-93A6-EAEB9C01D2E9}" dt="2024-04-22T12:57:57.052" v="378" actId="208"/>
          <ac:spMkLst>
            <pc:docMk/>
            <pc:sldMk cId="1435648802" sldId="2759"/>
            <ac:spMk id="7" creationId="{F16498AA-5D53-476B-1F87-63E7F1558F0F}"/>
          </ac:spMkLst>
        </pc:spChg>
        <pc:spChg chg="add mod">
          <ac:chgData name="Xin Luo" userId="82312ee5779919a4" providerId="LiveId" clId="{81033358-B3F8-684F-93A6-EAEB9C01D2E9}" dt="2024-04-22T13:00:56.860" v="391" actId="1582"/>
          <ac:spMkLst>
            <pc:docMk/>
            <pc:sldMk cId="1435648802" sldId="2759"/>
            <ac:spMk id="10" creationId="{4B4F2F3C-E2B4-AF06-2A03-9E08BB8D3498}"/>
          </ac:spMkLst>
        </pc:spChg>
        <pc:spChg chg="add mod">
          <ac:chgData name="Xin Luo" userId="82312ee5779919a4" providerId="LiveId" clId="{81033358-B3F8-684F-93A6-EAEB9C01D2E9}" dt="2024-04-22T13:01:54.785" v="465" actId="113"/>
          <ac:spMkLst>
            <pc:docMk/>
            <pc:sldMk cId="1435648802" sldId="2759"/>
            <ac:spMk id="11" creationId="{DB5FF180-B667-4106-718B-EE52F8A284A7}"/>
          </ac:spMkLst>
        </pc:spChg>
        <pc:spChg chg="add mod">
          <ac:chgData name="Xin Luo" userId="82312ee5779919a4" providerId="LiveId" clId="{81033358-B3F8-684F-93A6-EAEB9C01D2E9}" dt="2024-04-22T13:26:05.393" v="750" actId="20577"/>
          <ac:spMkLst>
            <pc:docMk/>
            <pc:sldMk cId="1435648802" sldId="2759"/>
            <ac:spMk id="12" creationId="{D636DD48-8009-22B6-EAA8-C8E0A2B167B0}"/>
          </ac:spMkLst>
        </pc:spChg>
        <pc:picChg chg="del">
          <ac:chgData name="Xin Luo" userId="82312ee5779919a4" providerId="LiveId" clId="{81033358-B3F8-684F-93A6-EAEB9C01D2E9}" dt="2024-04-20T12:11:30.384" v="232" actId="478"/>
          <ac:picMkLst>
            <pc:docMk/>
            <pc:sldMk cId="1435648802" sldId="2759"/>
            <ac:picMk id="4" creationId="{F38BA0B6-8311-D710-C786-3602D26C25B6}"/>
          </ac:picMkLst>
        </pc:picChg>
        <pc:picChg chg="add mod">
          <ac:chgData name="Xin Luo" userId="82312ee5779919a4" providerId="LiveId" clId="{81033358-B3F8-684F-93A6-EAEB9C01D2E9}" dt="2024-04-22T13:00:27.822" v="385" actId="1076"/>
          <ac:picMkLst>
            <pc:docMk/>
            <pc:sldMk cId="1435648802" sldId="2759"/>
            <ac:picMk id="5" creationId="{C8475034-C835-A66E-72EE-C1295FBD33C5}"/>
          </ac:picMkLst>
        </pc:picChg>
        <pc:picChg chg="add mod">
          <ac:chgData name="Xin Luo" userId="82312ee5779919a4" providerId="LiveId" clId="{81033358-B3F8-684F-93A6-EAEB9C01D2E9}" dt="2024-04-22T13:00:36.593" v="387" actId="1076"/>
          <ac:picMkLst>
            <pc:docMk/>
            <pc:sldMk cId="1435648802" sldId="2759"/>
            <ac:picMk id="9" creationId="{975D484C-DDE9-2BA8-EC72-55D789342A66}"/>
          </ac:picMkLst>
        </pc:picChg>
      </pc:sldChg>
      <pc:sldChg chg="del">
        <pc:chgData name="Xin Luo" userId="82312ee5779919a4" providerId="LiveId" clId="{81033358-B3F8-684F-93A6-EAEB9C01D2E9}" dt="2024-04-22T13:26:13.160" v="752" actId="2696"/>
        <pc:sldMkLst>
          <pc:docMk/>
          <pc:sldMk cId="1666585532" sldId="2760"/>
        </pc:sldMkLst>
      </pc:sldChg>
      <pc:sldChg chg="del">
        <pc:chgData name="Xin Luo" userId="82312ee5779919a4" providerId="LiveId" clId="{81033358-B3F8-684F-93A6-EAEB9C01D2E9}" dt="2024-04-20T12:11:26.036" v="230" actId="2696"/>
        <pc:sldMkLst>
          <pc:docMk/>
          <pc:sldMk cId="3863585509" sldId="2764"/>
        </pc:sldMkLst>
      </pc:sldChg>
      <pc:sldChg chg="modSp mod">
        <pc:chgData name="Xin Luo" userId="82312ee5779919a4" providerId="LiveId" clId="{81033358-B3F8-684F-93A6-EAEB9C01D2E9}" dt="2024-04-23T14:02:58.167" v="1341" actId="403"/>
        <pc:sldMkLst>
          <pc:docMk/>
          <pc:sldMk cId="2576220137" sldId="2766"/>
        </pc:sldMkLst>
        <pc:spChg chg="mod">
          <ac:chgData name="Xin Luo" userId="82312ee5779919a4" providerId="LiveId" clId="{81033358-B3F8-684F-93A6-EAEB9C01D2E9}" dt="2024-04-23T14:02:58.167" v="1341" actId="403"/>
          <ac:spMkLst>
            <pc:docMk/>
            <pc:sldMk cId="2576220137" sldId="2766"/>
            <ac:spMk id="7" creationId="{3DC73F52-8630-3936-0F04-2680DDF7D3C8}"/>
          </ac:spMkLst>
        </pc:spChg>
      </pc:sldChg>
      <pc:sldChg chg="del">
        <pc:chgData name="Xin Luo" userId="82312ee5779919a4" providerId="LiveId" clId="{81033358-B3F8-684F-93A6-EAEB9C01D2E9}" dt="2024-04-20T12:11:26.033" v="228" actId="2696"/>
        <pc:sldMkLst>
          <pc:docMk/>
          <pc:sldMk cId="3890180169" sldId="2767"/>
        </pc:sldMkLst>
      </pc:sldChg>
      <pc:sldChg chg="del">
        <pc:chgData name="Xin Luo" userId="82312ee5779919a4" providerId="LiveId" clId="{81033358-B3F8-684F-93A6-EAEB9C01D2E9}" dt="2024-04-20T12:11:26.034" v="229" actId="2696"/>
        <pc:sldMkLst>
          <pc:docMk/>
          <pc:sldMk cId="2679339334" sldId="2769"/>
        </pc:sldMkLst>
      </pc:sldChg>
      <pc:sldChg chg="del">
        <pc:chgData name="Xin Luo" userId="82312ee5779919a4" providerId="LiveId" clId="{81033358-B3F8-684F-93A6-EAEB9C01D2E9}" dt="2024-04-20T12:11:26.028" v="226" actId="2696"/>
        <pc:sldMkLst>
          <pc:docMk/>
          <pc:sldMk cId="2658418151" sldId="2770"/>
        </pc:sldMkLst>
      </pc:sldChg>
      <pc:sldChg chg="del">
        <pc:chgData name="Xin Luo" userId="82312ee5779919a4" providerId="LiveId" clId="{81033358-B3F8-684F-93A6-EAEB9C01D2E9}" dt="2024-04-20T12:11:26.030" v="227" actId="2696"/>
        <pc:sldMkLst>
          <pc:docMk/>
          <pc:sldMk cId="2158765538" sldId="2771"/>
        </pc:sldMkLst>
      </pc:sldChg>
      <pc:sldChg chg="del">
        <pc:chgData name="Xin Luo" userId="82312ee5779919a4" providerId="LiveId" clId="{81033358-B3F8-684F-93A6-EAEB9C01D2E9}" dt="2024-04-20T12:11:26.027" v="225" actId="2696"/>
        <pc:sldMkLst>
          <pc:docMk/>
          <pc:sldMk cId="777133288" sldId="2772"/>
        </pc:sldMkLst>
      </pc:sldChg>
      <pc:sldChg chg="addSp delSp modSp add mod">
        <pc:chgData name="Xin Luo" userId="82312ee5779919a4" providerId="LiveId" clId="{81033358-B3F8-684F-93A6-EAEB9C01D2E9}" dt="2024-04-22T13:25:50.077" v="739" actId="1036"/>
        <pc:sldMkLst>
          <pc:docMk/>
          <pc:sldMk cId="1757523927" sldId="2774"/>
        </pc:sldMkLst>
        <pc:spChg chg="mod">
          <ac:chgData name="Xin Luo" userId="82312ee5779919a4" providerId="LiveId" clId="{81033358-B3F8-684F-93A6-EAEB9C01D2E9}" dt="2024-04-22T13:09:31.836" v="543" actId="20577"/>
          <ac:spMkLst>
            <pc:docMk/>
            <pc:sldMk cId="1757523927" sldId="2774"/>
            <ac:spMk id="2" creationId="{631AADB6-C88A-D817-4683-FC087E4E240F}"/>
          </ac:spMkLst>
        </pc:spChg>
        <pc:spChg chg="mod">
          <ac:chgData name="Xin Luo" userId="82312ee5779919a4" providerId="LiveId" clId="{81033358-B3F8-684F-93A6-EAEB9C01D2E9}" dt="2024-04-22T13:13:20.889" v="669" actId="14100"/>
          <ac:spMkLst>
            <pc:docMk/>
            <pc:sldMk cId="1757523927" sldId="2774"/>
            <ac:spMk id="6" creationId="{962B23DE-665D-892B-931F-1A01E28F4BA2}"/>
          </ac:spMkLst>
        </pc:spChg>
        <pc:spChg chg="mod">
          <ac:chgData name="Xin Luo" userId="82312ee5779919a4" providerId="LiveId" clId="{81033358-B3F8-684F-93A6-EAEB9C01D2E9}" dt="2024-04-22T13:11:53.675" v="571" actId="1076"/>
          <ac:spMkLst>
            <pc:docMk/>
            <pc:sldMk cId="1757523927" sldId="2774"/>
            <ac:spMk id="7" creationId="{F16498AA-5D53-476B-1F87-63E7F1558F0F}"/>
          </ac:spMkLst>
        </pc:spChg>
        <pc:spChg chg="del mod">
          <ac:chgData name="Xin Luo" userId="82312ee5779919a4" providerId="LiveId" clId="{81033358-B3F8-684F-93A6-EAEB9C01D2E9}" dt="2024-04-22T13:12:08.043" v="576" actId="478"/>
          <ac:spMkLst>
            <pc:docMk/>
            <pc:sldMk cId="1757523927" sldId="2774"/>
            <ac:spMk id="10" creationId="{4B4F2F3C-E2B4-AF06-2A03-9E08BB8D3498}"/>
          </ac:spMkLst>
        </pc:spChg>
        <pc:spChg chg="mod">
          <ac:chgData name="Xin Luo" userId="82312ee5779919a4" providerId="LiveId" clId="{81033358-B3F8-684F-93A6-EAEB9C01D2E9}" dt="2024-04-22T13:25:12.795" v="695" actId="1076"/>
          <ac:spMkLst>
            <pc:docMk/>
            <pc:sldMk cId="1757523927" sldId="2774"/>
            <ac:spMk id="11" creationId="{DB5FF180-B667-4106-718B-EE52F8A284A7}"/>
          </ac:spMkLst>
        </pc:spChg>
        <pc:spChg chg="add mod">
          <ac:chgData name="Xin Luo" userId="82312ee5779919a4" providerId="LiveId" clId="{81033358-B3F8-684F-93A6-EAEB9C01D2E9}" dt="2024-04-22T13:25:50.077" v="739" actId="1036"/>
          <ac:spMkLst>
            <pc:docMk/>
            <pc:sldMk cId="1757523927" sldId="2774"/>
            <ac:spMk id="16" creationId="{2D20E914-2578-D6F7-FFA9-74CEC9703A7F}"/>
          </ac:spMkLst>
        </pc:spChg>
        <pc:picChg chg="del">
          <ac:chgData name="Xin Luo" userId="82312ee5779919a4" providerId="LiveId" clId="{81033358-B3F8-684F-93A6-EAEB9C01D2E9}" dt="2024-04-22T13:10:24.071" v="544" actId="478"/>
          <ac:picMkLst>
            <pc:docMk/>
            <pc:sldMk cId="1757523927" sldId="2774"/>
            <ac:picMk id="5" creationId="{C8475034-C835-A66E-72EE-C1295FBD33C5}"/>
          </ac:picMkLst>
        </pc:picChg>
        <pc:picChg chg="add mod">
          <ac:chgData name="Xin Luo" userId="82312ee5779919a4" providerId="LiveId" clId="{81033358-B3F8-684F-93A6-EAEB9C01D2E9}" dt="2024-04-22T13:25:06.228" v="694" actId="1038"/>
          <ac:picMkLst>
            <pc:docMk/>
            <pc:sldMk cId="1757523927" sldId="2774"/>
            <ac:picMk id="8" creationId="{CE311F37-F695-F9AA-BD58-988FC0B05FB4}"/>
          </ac:picMkLst>
        </pc:picChg>
        <pc:picChg chg="del">
          <ac:chgData name="Xin Luo" userId="82312ee5779919a4" providerId="LiveId" clId="{81033358-B3F8-684F-93A6-EAEB9C01D2E9}" dt="2024-04-22T13:10:24.683" v="545" actId="478"/>
          <ac:picMkLst>
            <pc:docMk/>
            <pc:sldMk cId="1757523927" sldId="2774"/>
            <ac:picMk id="9" creationId="{975D484C-DDE9-2BA8-EC72-55D789342A66}"/>
          </ac:picMkLst>
        </pc:picChg>
        <pc:picChg chg="add mod modCrop">
          <ac:chgData name="Xin Luo" userId="82312ee5779919a4" providerId="LiveId" clId="{81033358-B3F8-684F-93A6-EAEB9C01D2E9}" dt="2024-04-22T13:11:00.317" v="558" actId="1076"/>
          <ac:picMkLst>
            <pc:docMk/>
            <pc:sldMk cId="1757523927" sldId="2774"/>
            <ac:picMk id="13" creationId="{5E8F373B-99D0-1F0D-7F90-AEB9593BF100}"/>
          </ac:picMkLst>
        </pc:picChg>
        <pc:picChg chg="add mod modCrop">
          <ac:chgData name="Xin Luo" userId="82312ee5779919a4" providerId="LiveId" clId="{81033358-B3F8-684F-93A6-EAEB9C01D2E9}" dt="2024-04-22T13:11:41.486" v="569" actId="166"/>
          <ac:picMkLst>
            <pc:docMk/>
            <pc:sldMk cId="1757523927" sldId="2774"/>
            <ac:picMk id="15" creationId="{1A8F2248-1A2F-8564-9E8A-AFA0C2D5C6CD}"/>
          </ac:picMkLst>
        </pc:picChg>
      </pc:sldChg>
      <pc:sldChg chg="del">
        <pc:chgData name="Xin Luo" userId="82312ee5779919a4" providerId="LiveId" clId="{81033358-B3F8-684F-93A6-EAEB9C01D2E9}" dt="2024-04-20T12:11:26.024" v="224" actId="2696"/>
        <pc:sldMkLst>
          <pc:docMk/>
          <pc:sldMk cId="4079044599" sldId="2774"/>
        </pc:sldMkLst>
      </pc:sldChg>
      <pc:sldChg chg="add del">
        <pc:chgData name="Xin Luo" userId="82312ee5779919a4" providerId="LiveId" clId="{81033358-B3F8-684F-93A6-EAEB9C01D2E9}" dt="2024-04-22T13:08:54.139" v="486"/>
        <pc:sldMkLst>
          <pc:docMk/>
          <pc:sldMk cId="613900362" sldId="2775"/>
        </pc:sldMkLst>
      </pc:sldChg>
      <pc:sldChg chg="delSp modSp add mod">
        <pc:chgData name="Xin Luo" userId="82312ee5779919a4" providerId="LiveId" clId="{81033358-B3F8-684F-93A6-EAEB9C01D2E9}" dt="2024-04-22T14:08:15.852" v="1010" actId="20577"/>
        <pc:sldMkLst>
          <pc:docMk/>
          <pc:sldMk cId="2127106568" sldId="2775"/>
        </pc:sldMkLst>
        <pc:spChg chg="mod">
          <ac:chgData name="Xin Luo" userId="82312ee5779919a4" providerId="LiveId" clId="{81033358-B3F8-684F-93A6-EAEB9C01D2E9}" dt="2024-04-22T14:03:03.578" v="812" actId="20577"/>
          <ac:spMkLst>
            <pc:docMk/>
            <pc:sldMk cId="2127106568" sldId="2775"/>
            <ac:spMk id="2" creationId="{631AADB6-C88A-D817-4683-FC087E4E240F}"/>
          </ac:spMkLst>
        </pc:spChg>
        <pc:spChg chg="mod">
          <ac:chgData name="Xin Luo" userId="82312ee5779919a4" providerId="LiveId" clId="{81033358-B3F8-684F-93A6-EAEB9C01D2E9}" dt="2024-04-22T14:08:15.852" v="1010" actId="20577"/>
          <ac:spMkLst>
            <pc:docMk/>
            <pc:sldMk cId="2127106568" sldId="2775"/>
            <ac:spMk id="6" creationId="{962B23DE-665D-892B-931F-1A01E28F4BA2}"/>
          </ac:spMkLst>
        </pc:spChg>
        <pc:spChg chg="del">
          <ac:chgData name="Xin Luo" userId="82312ee5779919a4" providerId="LiveId" clId="{81033358-B3F8-684F-93A6-EAEB9C01D2E9}" dt="2024-04-22T13:26:18.821" v="755" actId="478"/>
          <ac:spMkLst>
            <pc:docMk/>
            <pc:sldMk cId="2127106568" sldId="2775"/>
            <ac:spMk id="7" creationId="{F16498AA-5D53-476B-1F87-63E7F1558F0F}"/>
          </ac:spMkLst>
        </pc:spChg>
        <pc:spChg chg="del">
          <ac:chgData name="Xin Luo" userId="82312ee5779919a4" providerId="LiveId" clId="{81033358-B3F8-684F-93A6-EAEB9C01D2E9}" dt="2024-04-22T13:26:20.496" v="756" actId="478"/>
          <ac:spMkLst>
            <pc:docMk/>
            <pc:sldMk cId="2127106568" sldId="2775"/>
            <ac:spMk id="11" creationId="{DB5FF180-B667-4106-718B-EE52F8A284A7}"/>
          </ac:spMkLst>
        </pc:spChg>
        <pc:picChg chg="del">
          <ac:chgData name="Xin Luo" userId="82312ee5779919a4" providerId="LiveId" clId="{81033358-B3F8-684F-93A6-EAEB9C01D2E9}" dt="2024-04-22T13:26:17.100" v="754" actId="478"/>
          <ac:picMkLst>
            <pc:docMk/>
            <pc:sldMk cId="2127106568" sldId="2775"/>
            <ac:picMk id="8" creationId="{CE311F37-F695-F9AA-BD58-988FC0B05FB4}"/>
          </ac:picMkLst>
        </pc:picChg>
        <pc:picChg chg="del">
          <ac:chgData name="Xin Luo" userId="82312ee5779919a4" providerId="LiveId" clId="{81033358-B3F8-684F-93A6-EAEB9C01D2E9}" dt="2024-04-22T13:26:15.525" v="753" actId="478"/>
          <ac:picMkLst>
            <pc:docMk/>
            <pc:sldMk cId="2127106568" sldId="2775"/>
            <ac:picMk id="15" creationId="{1A8F2248-1A2F-8564-9E8A-AFA0C2D5C6CD}"/>
          </ac:picMkLst>
        </pc:picChg>
      </pc:sldChg>
      <pc:sldChg chg="modSp add del mod">
        <pc:chgData name="Xin Luo" userId="82312ee5779919a4" providerId="LiveId" clId="{81033358-B3F8-684F-93A6-EAEB9C01D2E9}" dt="2024-04-22T15:16:20.471" v="1336" actId="2696"/>
        <pc:sldMkLst>
          <pc:docMk/>
          <pc:sldMk cId="3993603794" sldId="2776"/>
        </pc:sldMkLst>
        <pc:spChg chg="mod">
          <ac:chgData name="Xin Luo" userId="82312ee5779919a4" providerId="LiveId" clId="{81033358-B3F8-684F-93A6-EAEB9C01D2E9}" dt="2024-04-22T15:07:50.275" v="1213" actId="5793"/>
          <ac:spMkLst>
            <pc:docMk/>
            <pc:sldMk cId="3993603794" sldId="2776"/>
            <ac:spMk id="2" creationId="{631AADB6-C88A-D817-4683-FC087E4E240F}"/>
          </ac:spMkLst>
        </pc:spChg>
        <pc:spChg chg="mod">
          <ac:chgData name="Xin Luo" userId="82312ee5779919a4" providerId="LiveId" clId="{81033358-B3F8-684F-93A6-EAEB9C01D2E9}" dt="2024-04-22T14:09:04.971" v="1025" actId="20577"/>
          <ac:spMkLst>
            <pc:docMk/>
            <pc:sldMk cId="3993603794" sldId="2776"/>
            <ac:spMk id="3" creationId="{00000000-0000-0000-0000-000000000000}"/>
          </ac:spMkLst>
        </pc:spChg>
        <pc:spChg chg="mod">
          <ac:chgData name="Xin Luo" userId="82312ee5779919a4" providerId="LiveId" clId="{81033358-B3F8-684F-93A6-EAEB9C01D2E9}" dt="2024-04-22T15:15:45.242" v="1319" actId="313"/>
          <ac:spMkLst>
            <pc:docMk/>
            <pc:sldMk cId="3993603794" sldId="2776"/>
            <ac:spMk id="6" creationId="{962B23DE-665D-892B-931F-1A01E28F4BA2}"/>
          </ac:spMkLst>
        </pc:spChg>
        <pc:spChg chg="mod">
          <ac:chgData name="Xin Luo" userId="82312ee5779919a4" providerId="LiveId" clId="{81033358-B3F8-684F-93A6-EAEB9C01D2E9}" dt="2024-04-22T14:28:24.570" v="1192" actId="20577"/>
          <ac:spMkLst>
            <pc:docMk/>
            <pc:sldMk cId="3993603794" sldId="2776"/>
            <ac:spMk id="16" creationId="{2D20E914-2578-D6F7-FFA9-74CEC9703A7F}"/>
          </ac:spMkLst>
        </pc:spChg>
      </pc:sldChg>
      <pc:sldChg chg="addSp modSp add mod">
        <pc:chgData name="Xin Luo" userId="82312ee5779919a4" providerId="LiveId" clId="{81033358-B3F8-684F-93A6-EAEB9C01D2E9}" dt="2024-04-22T15:16:33.272" v="1339" actId="20577"/>
        <pc:sldMkLst>
          <pc:docMk/>
          <pc:sldMk cId="3516989395" sldId="2777"/>
        </pc:sldMkLst>
        <pc:spChg chg="mod">
          <ac:chgData name="Xin Luo" userId="82312ee5779919a4" providerId="LiveId" clId="{81033358-B3F8-684F-93A6-EAEB9C01D2E9}" dt="2024-04-22T15:16:33.272" v="1339" actId="20577"/>
          <ac:spMkLst>
            <pc:docMk/>
            <pc:sldMk cId="3516989395" sldId="2777"/>
            <ac:spMk id="6" creationId="{962B23DE-665D-892B-931F-1A01E28F4BA2}"/>
          </ac:spMkLst>
        </pc:spChg>
        <pc:picChg chg="add mod">
          <ac:chgData name="Xin Luo" userId="82312ee5779919a4" providerId="LiveId" clId="{81033358-B3F8-684F-93A6-EAEB9C01D2E9}" dt="2024-04-22T15:15:17.847" v="1261"/>
          <ac:picMkLst>
            <pc:docMk/>
            <pc:sldMk cId="3516989395" sldId="2777"/>
            <ac:picMk id="4" creationId="{4519C302-7395-BCCE-C6CA-12FFF37DE539}"/>
          </ac:picMkLst>
        </pc:picChg>
      </pc:sldChg>
      <pc:sldChg chg="add">
        <pc:chgData name="Xin Luo" userId="82312ee5779919a4" providerId="LiveId" clId="{81033358-B3F8-684F-93A6-EAEB9C01D2E9}" dt="2024-04-22T15:16:21.994" v="1337"/>
        <pc:sldMkLst>
          <pc:docMk/>
          <pc:sldMk cId="1475732612" sldId="2778"/>
        </pc:sldMkLst>
      </pc:sldChg>
      <pc:sldChg chg="modSp add mod">
        <pc:chgData name="Xin Luo" userId="82312ee5779919a4" providerId="LiveId" clId="{81033358-B3F8-684F-93A6-EAEB9C01D2E9}" dt="2024-04-23T15:11:35.983" v="1815" actId="113"/>
        <pc:sldMkLst>
          <pc:docMk/>
          <pc:sldMk cId="2343539406" sldId="2778"/>
        </pc:sldMkLst>
        <pc:spChg chg="mod">
          <ac:chgData name="Xin Luo" userId="82312ee5779919a4" providerId="LiveId" clId="{81033358-B3F8-684F-93A6-EAEB9C01D2E9}" dt="2024-04-23T15:11:35.983" v="1815" actId="113"/>
          <ac:spMkLst>
            <pc:docMk/>
            <pc:sldMk cId="2343539406" sldId="2778"/>
            <ac:spMk id="7" creationId="{3DC73F52-8630-3936-0F04-2680DDF7D3C8}"/>
          </ac:spMkLst>
        </pc:spChg>
      </pc:sldChg>
      <pc:sldChg chg="modSp add mod">
        <pc:chgData name="Xin Luo" userId="82312ee5779919a4" providerId="LiveId" clId="{81033358-B3F8-684F-93A6-EAEB9C01D2E9}" dt="2024-04-23T15:11:31.118" v="1814" actId="20577"/>
        <pc:sldMkLst>
          <pc:docMk/>
          <pc:sldMk cId="2069478428" sldId="2779"/>
        </pc:sldMkLst>
        <pc:spChg chg="mod">
          <ac:chgData name="Xin Luo" userId="82312ee5779919a4" providerId="LiveId" clId="{81033358-B3F8-684F-93A6-EAEB9C01D2E9}" dt="2024-04-23T15:11:31.118" v="1814" actId="20577"/>
          <ac:spMkLst>
            <pc:docMk/>
            <pc:sldMk cId="2069478428" sldId="2779"/>
            <ac:spMk id="7" creationId="{3DC73F52-8630-3936-0F04-2680DDF7D3C8}"/>
          </ac:spMkLst>
        </pc:spChg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  <pc:picChg chg="add del mod">
          <ac:chgData name="Xin Luo" userId="82312ee5779919a4" providerId="LiveId" clId="{4807F875-6F75-AB41-83F0-5AE490FE2F1C}" dt="2023-09-13T14:06:41.345" v="2" actId="478"/>
          <ac:picMkLst>
            <pc:docMk/>
            <pc:sldMk cId="3741103209" sldId="2745"/>
            <ac:picMk id="5" creationId="{197EF1EF-C4B4-1C55-B736-D9AE60BE4C77}"/>
          </ac:picMkLst>
        </pc:picChg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  <pc:spChg chg="mod">
          <ac:chgData name="Xin Luo" userId="82312ee5779919a4" providerId="LiveId" clId="{4807F875-6F75-AB41-83F0-5AE490FE2F1C}" dt="2023-09-13T14:06:54.082" v="5" actId="20577"/>
          <ac:spMkLst>
            <pc:docMk/>
            <pc:sldMk cId="1878724924" sldId="2758"/>
            <ac:spMk id="17" creationId="{9E05FFCA-3371-AF5C-381D-71D984055F5A}"/>
          </ac:spMkLst>
        </pc:spChg>
        <pc:picChg chg="mod">
          <ac:chgData name="Xin Luo" userId="82312ee5779919a4" providerId="LiveId" clId="{4807F875-6F75-AB41-83F0-5AE490FE2F1C}" dt="2023-09-13T14:07:01.122" v="8" actId="1076"/>
          <ac:picMkLst>
            <pc:docMk/>
            <pc:sldMk cId="1878724924" sldId="2758"/>
            <ac:picMk id="5" creationId="{197EF1EF-C4B4-1C55-B736-D9AE60BE4C77}"/>
          </ac:picMkLst>
        </pc:picChg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  <pc:spChg chg="mod">
          <ac:chgData name="Xin Luo" userId="82312ee5779919a4" providerId="LiveId" clId="{ABECCF1F-1CAA-3A42-9710-47D9CB1C5B21}" dt="2023-08-21T02:55:15.471" v="67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ABECCF1F-1CAA-3A42-9710-47D9CB1C5B21}" dt="2023-08-21T02:38:36.931" v="38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  <pc:spChg chg="mod">
          <ac:chgData name="Xin Luo" userId="82312ee5779919a4" providerId="LiveId" clId="{ABECCF1F-1CAA-3A42-9710-47D9CB1C5B21}" dt="2023-08-21T03:50:02.826" v="70" actId="14100"/>
          <ac:spMkLst>
            <pc:docMk/>
            <pc:sldMk cId="3833073590" sldId="2716"/>
            <ac:spMk id="6" creationId="{6741FEA2-C046-FD82-2800-2CB513792080}"/>
          </ac:spMkLst>
        </pc:spChg>
        <pc:picChg chg="mod">
          <ac:chgData name="Xin Luo" userId="82312ee5779919a4" providerId="LiveId" clId="{ABECCF1F-1CAA-3A42-9710-47D9CB1C5B21}" dt="2023-08-21T03:50:00.106" v="69" actId="1076"/>
          <ac:picMkLst>
            <pc:docMk/>
            <pc:sldMk cId="3833073590" sldId="2716"/>
            <ac:picMk id="1030" creationId="{C93DB76E-C02F-05AC-2014-674F7E808ADA}"/>
          </ac:picMkLst>
        </pc:picChg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  <pc:spChg chg="add del mod">
          <ac:chgData name="Xin Luo" userId="82312ee5779919a4" providerId="LiveId" clId="{ABECCF1F-1CAA-3A42-9710-47D9CB1C5B21}" dt="2023-08-21T03:52:56.239" v="118"/>
          <ac:spMkLst>
            <pc:docMk/>
            <pc:sldMk cId="2776132283" sldId="2739"/>
            <ac:spMk id="4" creationId="{0411BEA9-35E9-6B80-5BDE-4EEB0EC8EBCB}"/>
          </ac:spMkLst>
        </pc:spChg>
        <pc:spChg chg="mod">
          <ac:chgData name="Xin Luo" userId="82312ee5779919a4" providerId="LiveId" clId="{ABECCF1F-1CAA-3A42-9710-47D9CB1C5B21}" dt="2023-08-21T03:50:50.271" v="115" actId="20577"/>
          <ac:spMkLst>
            <pc:docMk/>
            <pc:sldMk cId="2776132283" sldId="2739"/>
            <ac:spMk id="6" creationId="{6741FEA2-C046-FD82-2800-2CB513792080}"/>
          </ac:spMkLst>
        </pc:spChg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  <pc:spChg chg="mod">
          <ac:chgData name="Xin Luo" userId="82312ee5779919a4" providerId="LiveId" clId="{ABECCF1F-1CAA-3A42-9710-47D9CB1C5B21}" dt="2023-08-21T03:59:16.975" v="136" actId="1076"/>
          <ac:spMkLst>
            <pc:docMk/>
            <pc:sldMk cId="4194482579" sldId="2743"/>
            <ac:spMk id="6" creationId="{6741FEA2-C046-FD82-2800-2CB513792080}"/>
          </ac:spMkLst>
        </pc:spChg>
        <pc:picChg chg="add mod">
          <ac:chgData name="Xin Luo" userId="82312ee5779919a4" providerId="LiveId" clId="{ABECCF1F-1CAA-3A42-9710-47D9CB1C5B21}" dt="2023-08-21T04:10:13.653" v="140" actId="1076"/>
          <ac:picMkLst>
            <pc:docMk/>
            <pc:sldMk cId="4194482579" sldId="2743"/>
            <ac:picMk id="5" creationId="{9ADF8EDA-38B9-3779-D260-4F6A4E5D19BA}"/>
          </ac:picMkLst>
        </pc:picChg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  <pc:spChg chg="mod">
          <ac:chgData name="Xin Luo" userId="82312ee5779919a4" providerId="LiveId" clId="{ABECCF1F-1CAA-3A42-9710-47D9CB1C5B21}" dt="2023-08-21T07:50:33.166" v="356" actId="20577"/>
          <ac:spMkLst>
            <pc:docMk/>
            <pc:sldMk cId="738332523" sldId="2751"/>
            <ac:spMk id="6" creationId="{6741FEA2-C046-FD82-2800-2CB513792080}"/>
          </ac:spMkLst>
        </pc:spChg>
        <pc:spChg chg="add mod">
          <ac:chgData name="Xin Luo" userId="82312ee5779919a4" providerId="LiveId" clId="{ABECCF1F-1CAA-3A42-9710-47D9CB1C5B21}" dt="2023-08-21T07:34:15.357" v="219" actId="1582"/>
          <ac:spMkLst>
            <pc:docMk/>
            <pc:sldMk cId="738332523" sldId="2751"/>
            <ac:spMk id="9" creationId="{7DC24FD0-4314-6A12-D955-592B771F546D}"/>
          </ac:spMkLst>
        </pc:spChg>
        <pc:spChg chg="add mod">
          <ac:chgData name="Xin Luo" userId="82312ee5779919a4" providerId="LiveId" clId="{ABECCF1F-1CAA-3A42-9710-47D9CB1C5B21}" dt="2023-08-21T07:34:15.357" v="219" actId="1582"/>
          <ac:spMkLst>
            <pc:docMk/>
            <pc:sldMk cId="738332523" sldId="2751"/>
            <ac:spMk id="10" creationId="{99C411EF-3CC5-A5C6-671F-2074FAC1B2AA}"/>
          </ac:spMkLst>
        </pc:spChg>
        <pc:picChg chg="del">
          <ac:chgData name="Xin Luo" userId="82312ee5779919a4" providerId="LiveId" clId="{ABECCF1F-1CAA-3A42-9710-47D9CB1C5B21}" dt="2023-08-21T04:10:31.596" v="142" actId="478"/>
          <ac:picMkLst>
            <pc:docMk/>
            <pc:sldMk cId="738332523" sldId="2751"/>
            <ac:picMk id="5" creationId="{9ADF8EDA-38B9-3779-D260-4F6A4E5D19BA}"/>
          </ac:picMkLst>
        </pc:picChg>
        <pc:picChg chg="add mod">
          <ac:chgData name="Xin Luo" userId="82312ee5779919a4" providerId="LiveId" clId="{ABECCF1F-1CAA-3A42-9710-47D9CB1C5B21}" dt="2023-08-21T07:32:54.017" v="202" actId="14100"/>
          <ac:picMkLst>
            <pc:docMk/>
            <pc:sldMk cId="738332523" sldId="2751"/>
            <ac:picMk id="5" creationId="{BE72E01E-2598-0120-36F4-36F0A128ED69}"/>
          </ac:picMkLst>
        </pc:picChg>
        <pc:picChg chg="add mod">
          <ac:chgData name="Xin Luo" userId="82312ee5779919a4" providerId="LiveId" clId="{ABECCF1F-1CAA-3A42-9710-47D9CB1C5B21}" dt="2023-08-21T07:32:58.176" v="211" actId="1037"/>
          <ac:picMkLst>
            <pc:docMk/>
            <pc:sldMk cId="738332523" sldId="2751"/>
            <ac:picMk id="8" creationId="{BE0108F0-EC07-C1EA-3126-BA6F63A1A7B8}"/>
          </ac:picMkLst>
        </pc:picChg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  <pc:spChg chg="mod">
          <ac:chgData name="Xin Luo" userId="82312ee5779919a4" providerId="LiveId" clId="{ABECCF1F-1CAA-3A42-9710-47D9CB1C5B21}" dt="2023-08-21T07:50:29.891" v="352" actId="20577"/>
          <ac:spMkLst>
            <pc:docMk/>
            <pc:sldMk cId="3189639985" sldId="2752"/>
            <ac:spMk id="6" creationId="{6741FEA2-C046-FD82-2800-2CB513792080}"/>
          </ac:spMkLst>
        </pc:spChg>
        <pc:spChg chg="del">
          <ac:chgData name="Xin Luo" userId="82312ee5779919a4" providerId="LiveId" clId="{ABECCF1F-1CAA-3A42-9710-47D9CB1C5B21}" dt="2023-08-21T07:35:06.445" v="254" actId="478"/>
          <ac:spMkLst>
            <pc:docMk/>
            <pc:sldMk cId="3189639985" sldId="2752"/>
            <ac:spMk id="9" creationId="{7DC24FD0-4314-6A12-D955-592B771F546D}"/>
          </ac:spMkLst>
        </pc:spChg>
        <pc:spChg chg="del">
          <ac:chgData name="Xin Luo" userId="82312ee5779919a4" providerId="LiveId" clId="{ABECCF1F-1CAA-3A42-9710-47D9CB1C5B21}" dt="2023-08-21T07:35:05.287" v="253" actId="478"/>
          <ac:spMkLst>
            <pc:docMk/>
            <pc:sldMk cId="3189639985" sldId="2752"/>
            <ac:spMk id="10" creationId="{99C411EF-3CC5-A5C6-671F-2074FAC1B2AA}"/>
          </ac:spMkLst>
        </pc:spChg>
        <pc:spChg chg="add mod">
          <ac:chgData name="Xin Luo" userId="82312ee5779919a4" providerId="LiveId" clId="{ABECCF1F-1CAA-3A42-9710-47D9CB1C5B21}" dt="2023-08-21T07:40:48.338" v="306" actId="1036"/>
          <ac:spMkLst>
            <pc:docMk/>
            <pc:sldMk cId="3189639985" sldId="2752"/>
            <ac:spMk id="11" creationId="{C402EBD9-8BC8-2A75-1218-C7F537BD4F74}"/>
          </ac:spMkLst>
        </pc:spChg>
        <pc:picChg chg="del">
          <ac:chgData name="Xin Luo" userId="82312ee5779919a4" providerId="LiveId" clId="{ABECCF1F-1CAA-3A42-9710-47D9CB1C5B21}" dt="2023-08-21T07:35:02.911" v="251" actId="478"/>
          <ac:picMkLst>
            <pc:docMk/>
            <pc:sldMk cId="3189639985" sldId="2752"/>
            <ac:picMk id="5" creationId="{BE72E01E-2598-0120-36F4-36F0A128ED69}"/>
          </ac:picMkLst>
        </pc:picChg>
        <pc:picChg chg="add mod">
          <ac:chgData name="Xin Luo" userId="82312ee5779919a4" providerId="LiveId" clId="{ABECCF1F-1CAA-3A42-9710-47D9CB1C5B21}" dt="2023-08-21T07:39:33.543" v="260" actId="1076"/>
          <ac:picMkLst>
            <pc:docMk/>
            <pc:sldMk cId="3189639985" sldId="2752"/>
            <ac:picMk id="7" creationId="{24022410-0AAA-D584-D160-5FF352C689F2}"/>
          </ac:picMkLst>
        </pc:picChg>
        <pc:picChg chg="del">
          <ac:chgData name="Xin Luo" userId="82312ee5779919a4" providerId="LiveId" clId="{ABECCF1F-1CAA-3A42-9710-47D9CB1C5B21}" dt="2023-08-21T07:35:04.316" v="252" actId="478"/>
          <ac:picMkLst>
            <pc:docMk/>
            <pc:sldMk cId="3189639985" sldId="2752"/>
            <ac:picMk id="8" creationId="{BE0108F0-EC07-C1EA-3126-BA6F63A1A7B8}"/>
          </ac:picMkLst>
        </pc:picChg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  <pc:spChg chg="add mod">
          <ac:chgData name="Xin Luo" userId="82312ee5779919a4" providerId="LiveId" clId="{ABECCF1F-1CAA-3A42-9710-47D9CB1C5B21}" dt="2023-08-21T08:50:36.994" v="558" actId="1035"/>
          <ac:spMkLst>
            <pc:docMk/>
            <pc:sldMk cId="2878944048" sldId="2753"/>
            <ac:spMk id="4" creationId="{7C941D71-E279-B2E7-21F9-0FFA72E7FAD1}"/>
          </ac:spMkLst>
        </pc:spChg>
        <pc:spChg chg="add mod">
          <ac:chgData name="Xin Luo" userId="82312ee5779919a4" providerId="LiveId" clId="{ABECCF1F-1CAA-3A42-9710-47D9CB1C5B21}" dt="2023-08-21T08:57:49.557" v="576" actId="20577"/>
          <ac:spMkLst>
            <pc:docMk/>
            <pc:sldMk cId="2878944048" sldId="2753"/>
            <ac:spMk id="5" creationId="{94F1BB64-6BD2-B2BF-B804-61A5AE170068}"/>
          </ac:spMkLst>
        </pc:spChg>
        <pc:spChg chg="mod">
          <ac:chgData name="Xin Luo" userId="82312ee5779919a4" providerId="LiveId" clId="{ABECCF1F-1CAA-3A42-9710-47D9CB1C5B21}" dt="2023-08-21T07:50:17.070" v="348" actId="20577"/>
          <ac:spMkLst>
            <pc:docMk/>
            <pc:sldMk cId="2878944048" sldId="2753"/>
            <ac:spMk id="6" creationId="{6741FEA2-C046-FD82-2800-2CB513792080}"/>
          </ac:spMkLst>
        </pc:spChg>
        <pc:spChg chg="add del mod">
          <ac:chgData name="Xin Luo" userId="82312ee5779919a4" providerId="LiveId" clId="{ABECCF1F-1CAA-3A42-9710-47D9CB1C5B21}" dt="2023-08-21T08:59:24.857" v="602" actId="478"/>
          <ac:spMkLst>
            <pc:docMk/>
            <pc:sldMk cId="2878944048" sldId="2753"/>
            <ac:spMk id="8" creationId="{A2337412-D749-2149-F722-E14B45A47143}"/>
          </ac:spMkLst>
        </pc:spChg>
        <pc:spChg chg="add del mod">
          <ac:chgData name="Xin Luo" userId="82312ee5779919a4" providerId="LiveId" clId="{ABECCF1F-1CAA-3A42-9710-47D9CB1C5B21}" dt="2023-08-21T08:59:23.825" v="601" actId="478"/>
          <ac:spMkLst>
            <pc:docMk/>
            <pc:sldMk cId="2878944048" sldId="2753"/>
            <ac:spMk id="10" creationId="{5FE06F54-CFCF-1F7B-8703-FF45449C4348}"/>
          </ac:spMkLst>
        </pc:spChg>
        <pc:spChg chg="mod">
          <ac:chgData name="Xin Luo" userId="82312ee5779919a4" providerId="LiveId" clId="{ABECCF1F-1CAA-3A42-9710-47D9CB1C5B21}" dt="2023-08-21T08:23:18.853" v="465" actId="1076"/>
          <ac:spMkLst>
            <pc:docMk/>
            <pc:sldMk cId="2878944048" sldId="2753"/>
            <ac:spMk id="11" creationId="{C402EBD9-8BC8-2A75-1218-C7F537BD4F74}"/>
          </ac:spMkLst>
        </pc:spChg>
        <pc:picChg chg="del">
          <ac:chgData name="Xin Luo" userId="82312ee5779919a4" providerId="LiveId" clId="{ABECCF1F-1CAA-3A42-9710-47D9CB1C5B21}" dt="2023-08-21T08:21:53.593" v="357" actId="478"/>
          <ac:picMkLst>
            <pc:docMk/>
            <pc:sldMk cId="2878944048" sldId="2753"/>
            <ac:picMk id="7" creationId="{24022410-0AAA-D584-D160-5FF352C689F2}"/>
          </ac:picMkLst>
        </pc:picChg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4" creationId="{7C941D71-E279-B2E7-21F9-0FFA72E7FAD1}"/>
          </ac:spMkLst>
        </pc:spChg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5" creationId="{94F1BB64-6BD2-B2BF-B804-61A5AE170068}"/>
          </ac:spMkLst>
        </pc:spChg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6" creationId="{6741FEA2-C046-FD82-2800-2CB513792080}"/>
          </ac:spMkLst>
        </pc:spChg>
        <pc:spChg chg="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8" creationId="{A2337412-D749-2149-F722-E14B45A47143}"/>
          </ac:spMkLst>
        </pc:spChg>
        <pc:spChg chg="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10" creationId="{5FE06F54-CFCF-1F7B-8703-FF45449C4348}"/>
          </ac:spMkLst>
        </pc:spChg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11" creationId="{C402EBD9-8BC8-2A75-1218-C7F537BD4F74}"/>
          </ac:spMkLst>
        </pc:spChg>
        <pc:spChg chg="add 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16" creationId="{2EA13607-3EE9-0EBE-2310-AB66CADD8400}"/>
          </ac:spMkLst>
        </pc:spChg>
        <pc:spChg chg="add 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17" creationId="{8CFF8A22-C033-47DF-8707-CA76F142CBBA}"/>
          </ac:spMkLst>
        </pc:spChg>
        <pc:spChg chg="add mod">
          <ac:chgData name="Xin Luo" userId="82312ee5779919a4" providerId="LiveId" clId="{ABECCF1F-1CAA-3A42-9710-47D9CB1C5B21}" dt="2023-08-21T09:09:03.859" v="781" actId="14100"/>
          <ac:spMkLst>
            <pc:docMk/>
            <pc:sldMk cId="2927474256" sldId="2754"/>
            <ac:spMk id="19" creationId="{F1F8BC3A-2851-66F8-445F-CC5C10AB9E4F}"/>
          </ac:spMkLst>
        </pc:spChg>
        <pc:grpChg chg="add mod">
          <ac:chgData name="Xin Luo" userId="82312ee5779919a4" providerId="LiveId" clId="{ABECCF1F-1CAA-3A42-9710-47D9CB1C5B21}" dt="2023-08-21T09:08:55.770" v="774" actId="1036"/>
          <ac:grpSpMkLst>
            <pc:docMk/>
            <pc:sldMk cId="2927474256" sldId="2754"/>
            <ac:grpSpMk id="20" creationId="{8AA7B3E2-1D42-96C9-43F0-1F320D3EFD63}"/>
          </ac:grpSpMkLst>
        </pc:grpChg>
        <pc:picChg chg="add mod modCrop">
          <ac:chgData name="Xin Luo" userId="82312ee5779919a4" providerId="LiveId" clId="{ABECCF1F-1CAA-3A42-9710-47D9CB1C5B21}" dt="2023-08-21T09:08:55.770" v="774" actId="1036"/>
          <ac:picMkLst>
            <pc:docMk/>
            <pc:sldMk cId="2927474256" sldId="2754"/>
            <ac:picMk id="9" creationId="{0CF46726-2B51-43A4-FDEF-A6131C46F05F}"/>
          </ac:picMkLst>
        </pc:picChg>
        <pc:picChg chg="add del mod">
          <ac:chgData name="Xin Luo" userId="82312ee5779919a4" providerId="LiveId" clId="{ABECCF1F-1CAA-3A42-9710-47D9CB1C5B21}" dt="2023-08-21T09:04:37.137" v="680" actId="478"/>
          <ac:picMkLst>
            <pc:docMk/>
            <pc:sldMk cId="2927474256" sldId="2754"/>
            <ac:picMk id="13" creationId="{2C310207-BBE2-954A-9122-8957AF07383A}"/>
          </ac:picMkLst>
        </pc:picChg>
        <pc:picChg chg="add mod modCrop">
          <ac:chgData name="Xin Luo" userId="82312ee5779919a4" providerId="LiveId" clId="{ABECCF1F-1CAA-3A42-9710-47D9CB1C5B21}" dt="2023-08-21T09:08:39.577" v="757" actId="1035"/>
          <ac:picMkLst>
            <pc:docMk/>
            <pc:sldMk cId="2927474256" sldId="2754"/>
            <ac:picMk id="15" creationId="{639D3A36-F4F5-4F0C-7519-97D401E3DE91}"/>
          </ac:picMkLst>
        </pc:picChg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  <pc:spChg chg="mod">
          <ac:chgData name="Xin Luo" userId="82312ee5779919a4" providerId="LiveId" clId="{ABECCF1F-1CAA-3A42-9710-47D9CB1C5B21}" dt="2023-08-21T09:31:03.242" v="873" actId="20577"/>
          <ac:spMkLst>
            <pc:docMk/>
            <pc:sldMk cId="3593416967" sldId="2755"/>
            <ac:spMk id="8" creationId="{A2337412-D749-2149-F722-E14B45A47143}"/>
          </ac:spMkLst>
        </pc:spChg>
        <pc:spChg chg="mod">
          <ac:chgData name="Xin Luo" userId="82312ee5779919a4" providerId="LiveId" clId="{ABECCF1F-1CAA-3A42-9710-47D9CB1C5B21}" dt="2023-08-21T09:31:16.266" v="879" actId="20577"/>
          <ac:spMkLst>
            <pc:docMk/>
            <pc:sldMk cId="3593416967" sldId="2755"/>
            <ac:spMk id="10" creationId="{5FE06F54-CFCF-1F7B-8703-FF45449C4348}"/>
          </ac:spMkLst>
        </pc:spChg>
        <pc:grpChg chg="del">
          <ac:chgData name="Xin Luo" userId="82312ee5779919a4" providerId="LiveId" clId="{ABECCF1F-1CAA-3A42-9710-47D9CB1C5B21}" dt="2023-08-21T09:31:06.835" v="875" actId="478"/>
          <ac:grpSpMkLst>
            <pc:docMk/>
            <pc:sldMk cId="3593416967" sldId="2755"/>
            <ac:grpSpMk id="20" creationId="{8AA7B3E2-1D42-96C9-43F0-1F320D3EFD63}"/>
          </ac:grpSpMkLst>
        </pc:grpChg>
        <pc:picChg chg="del">
          <ac:chgData name="Xin Luo" userId="82312ee5779919a4" providerId="LiveId" clId="{ABECCF1F-1CAA-3A42-9710-47D9CB1C5B21}" dt="2023-08-21T09:31:06.186" v="874" actId="478"/>
          <ac:picMkLst>
            <pc:docMk/>
            <pc:sldMk cId="3593416967" sldId="2755"/>
            <ac:picMk id="9" creationId="{0CF46726-2B51-43A4-FDEF-A6131C46F05F}"/>
          </ac:picMkLst>
        </pc:picChg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  <pc:spChg chg="mod">
          <ac:chgData name="Xin Luo" userId="82312ee5779919a4" providerId="LiveId" clId="{98EC8ECB-A80D-1449-ACFE-0D931F29C13A}" dt="2023-02-23T15:07:38.481" v="282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8EC8ECB-A80D-1449-ACFE-0D931F29C13A}" dt="2023-02-23T15:06:04.024" v="241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8EC8ECB-A80D-1449-ACFE-0D931F29C13A}" dt="2023-02-23T15:05:37.607" v="201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98EC8ECB-A80D-1449-ACFE-0D931F29C13A}" dt="2023-02-23T15:04:17.856" v="99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  <pc:spChg chg="mod">
          <ac:chgData name="Xin Luo" userId="82312ee5779919a4" providerId="LiveId" clId="{98EC8ECB-A80D-1449-ACFE-0D931F29C13A}" dt="2023-02-23T15:23:38.561" v="28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  <pc:spChg chg="mod">
          <ac:chgData name="Xin Luo" userId="82312ee5779919a4" providerId="LiveId" clId="{98EC8ECB-A80D-1449-ACFE-0D931F29C13A}" dt="2023-02-23T15:23:43.970" v="296" actId="20577"/>
          <ac:spMkLst>
            <pc:docMk/>
            <pc:sldMk cId="4067577602" sldId="2605"/>
            <ac:spMk id="3" creationId="{00000000-0000-0000-0000-000000000000}"/>
          </ac:spMkLst>
        </pc:spChg>
        <pc:spChg chg="add mod">
          <ac:chgData name="Xin Luo" userId="82312ee5779919a4" providerId="LiveId" clId="{98EC8ECB-A80D-1449-ACFE-0D931F29C13A}" dt="2023-02-23T15:32:00.813" v="490" actId="20577"/>
          <ac:spMkLst>
            <pc:docMk/>
            <pc:sldMk cId="4067577602" sldId="2605"/>
            <ac:spMk id="5" creationId="{78502774-B04C-634F-1396-E5815996BC36}"/>
          </ac:spMkLst>
        </pc:spChg>
        <pc:spChg chg="add del">
          <ac:chgData name="Xin Luo" userId="82312ee5779919a4" providerId="LiveId" clId="{98EC8ECB-A80D-1449-ACFE-0D931F29C13A}" dt="2023-02-23T15:31:17.254" v="472" actId="478"/>
          <ac:spMkLst>
            <pc:docMk/>
            <pc:sldMk cId="4067577602" sldId="2605"/>
            <ac:spMk id="8" creationId="{F79B8069-33FF-F2D3-2749-C72697740ACD}"/>
          </ac:spMkLst>
        </pc:spChg>
        <pc:spChg chg="del">
          <ac:chgData name="Xin Luo" userId="82312ee5779919a4" providerId="LiveId" clId="{98EC8ECB-A80D-1449-ACFE-0D931F29C13A}" dt="2023-02-23T15:23:49.248" v="298" actId="478"/>
          <ac:spMkLst>
            <pc:docMk/>
            <pc:sldMk cId="4067577602" sldId="2605"/>
            <ac:spMk id="15" creationId="{8F7436BD-0CD5-04DA-2B44-925CE86CF70D}"/>
          </ac:spMkLst>
        </pc:spChg>
        <pc:spChg chg="del">
          <ac:chgData name="Xin Luo" userId="82312ee5779919a4" providerId="LiveId" clId="{98EC8ECB-A80D-1449-ACFE-0D931F29C13A}" dt="2023-02-23T15:23:49.248" v="298" actId="478"/>
          <ac:spMkLst>
            <pc:docMk/>
            <pc:sldMk cId="4067577602" sldId="2605"/>
            <ac:spMk id="16" creationId="{5E1E7D79-A815-9A32-ABAB-129BFCE643F1}"/>
          </ac:spMkLst>
        </pc:spChg>
        <pc:spChg chg="del mod">
          <ac:chgData name="Xin Luo" userId="82312ee5779919a4" providerId="LiveId" clId="{98EC8ECB-A80D-1449-ACFE-0D931F29C13A}" dt="2023-02-23T15:23:47.004" v="297" actId="478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7" creationId="{C7993E05-4ADB-9D0C-E633-5749F445E479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" creationId="{26D555B6-DE11-BF17-8D9F-B5F93A876835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28" creationId="{9FA49340-63F1-4959-1786-FD893DE76CE9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0" creationId="{35CDAC06-D9CF-2AC8-535E-A1B01EC14218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2" creationId="{AFE202E8-A338-4627-93EE-5AD65BEE9525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4" creationId="{D5CBEF68-23C0-8F4A-FA5F-CB6BCAE76176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6" creationId="{5E2738F1-9461-1F5B-3007-2AA2AD20C330}"/>
          </ac:picMkLst>
        </pc:picChg>
        <pc:cxnChg chg="del">
          <ac:chgData name="Xin Luo" userId="82312ee5779919a4" providerId="LiveId" clId="{98EC8ECB-A80D-1449-ACFE-0D931F29C13A}" dt="2023-02-23T15:23:49.248" v="298" actId="478"/>
          <ac:cxnSpMkLst>
            <pc:docMk/>
            <pc:sldMk cId="4067577602" sldId="2605"/>
            <ac:cxnSpMk id="12" creationId="{78FA799A-1F2C-F1DA-9F71-B1B8AFBC5758}"/>
          </ac:cxnSpMkLst>
        </pc:cxnChg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  <pc:spChg chg="mod">
          <ac:chgData name="Xin Luo" userId="82312ee5779919a4" providerId="LiveId" clId="{98EC8ECB-A80D-1449-ACFE-0D931F29C13A}" dt="2023-02-23T15:03:29.071" v="4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8EC8ECB-A80D-1449-ACFE-0D931F29C13A}" dt="2023-02-23T15:03:54.789" v="48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  <pc:spChg chg="mod">
          <ac:chgData name="Xin Luo" userId="82312ee5779919a4" providerId="LiveId" clId="{98EC8ECB-A80D-1449-ACFE-0D931F29C13A}" dt="2023-02-23T15:46:16.929" v="710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  <pc:spChg chg="mod">
          <ac:chgData name="Xin Luo" userId="82312ee5779919a4" providerId="LiveId" clId="{98EC8ECB-A80D-1449-ACFE-0D931F29C13A}" dt="2023-02-23T15:46:29.354" v="716" actId="108"/>
          <ac:spMkLst>
            <pc:docMk/>
            <pc:sldMk cId="3833073590" sldId="2716"/>
            <ac:spMk id="3" creationId="{00000000-0000-0000-0000-000000000000}"/>
          </ac:spMkLst>
        </pc:spChg>
        <pc:spChg chg="mod">
          <ac:chgData name="Xin Luo" userId="82312ee5779919a4" providerId="LiveId" clId="{98EC8ECB-A80D-1449-ACFE-0D931F29C13A}" dt="2023-02-23T15:46:36.362" v="717" actId="20577"/>
          <ac:spMkLst>
            <pc:docMk/>
            <pc:sldMk cId="3833073590" sldId="2716"/>
            <ac:spMk id="5" creationId="{9F4AEA98-0C33-E82A-EB75-839D0F0B55A4}"/>
          </ac:spMkLst>
        </pc:spChg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  <pc:spChg chg="mod">
          <ac:chgData name="Xin Luo" userId="82312ee5779919a4" providerId="LiveId" clId="{98EC8ECB-A80D-1449-ACFE-0D931F29C13A}" dt="2023-02-23T15:47:00.360" v="722" actId="1076"/>
          <ac:spMkLst>
            <pc:docMk/>
            <pc:sldMk cId="972163772" sldId="2720"/>
            <ac:spMk id="3" creationId="{00000000-0000-0000-0000-000000000000}"/>
          </ac:spMkLst>
        </pc:spChg>
        <pc:spChg chg="mod">
          <ac:chgData name="Xin Luo" userId="82312ee5779919a4" providerId="LiveId" clId="{98EC8ECB-A80D-1449-ACFE-0D931F29C13A}" dt="2023-02-23T15:47:08.933" v="728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  <pc:spChg chg="mod">
          <ac:chgData name="Xin Luo" userId="82312ee5779919a4" providerId="LiveId" clId="{98EC8ECB-A80D-1449-ACFE-0D931F29C13A}" dt="2023-02-23T15:47:17.016" v="729"/>
          <ac:spMkLst>
            <pc:docMk/>
            <pc:sldMk cId="2689695864" sldId="2721"/>
            <ac:spMk id="3" creationId="{00000000-0000-0000-0000-000000000000}"/>
          </ac:spMkLst>
        </pc:spChg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  <pc:spChg chg="del mod">
          <ac:chgData name="Xin Luo" userId="82312ee5779919a4" providerId="LiveId" clId="{98EC8ECB-A80D-1449-ACFE-0D931F29C13A}" dt="2023-02-23T15:47:30.471" v="734" actId="478"/>
          <ac:spMkLst>
            <pc:docMk/>
            <pc:sldMk cId="1209572041" sldId="2722"/>
            <ac:spMk id="14" creationId="{0DADB612-499B-577C-8C56-FA81A4204DD1}"/>
          </ac:spMkLst>
        </pc:spChg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  <pc:spChg chg="add del mod">
          <ac:chgData name="Xin Luo" userId="82312ee5779919a4" providerId="LiveId" clId="{98EC8ECB-A80D-1449-ACFE-0D931F29C13A}" dt="2023-02-23T15:36:38.445" v="650" actId="20577"/>
          <ac:spMkLst>
            <pc:docMk/>
            <pc:sldMk cId="655142816" sldId="2737"/>
            <ac:spMk id="5" creationId="{78502774-B04C-634F-1396-E5815996BC36}"/>
          </ac:spMkLst>
        </pc:spChg>
        <pc:spChg chg="del mod">
          <ac:chgData name="Xin Luo" userId="82312ee5779919a4" providerId="LiveId" clId="{98EC8ECB-A80D-1449-ACFE-0D931F29C13A}" dt="2023-02-23T15:31:28.203" v="477" actId="478"/>
          <ac:spMkLst>
            <pc:docMk/>
            <pc:sldMk cId="655142816" sldId="2737"/>
            <ac:spMk id="8" creationId="{F79B8069-33FF-F2D3-2749-C72697740ACD}"/>
          </ac:spMkLst>
        </pc:sp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26" creationId="{75908E15-58DA-73BD-95F9-CACD1B8B9D82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28" creationId="{1E2BFB6C-B7E5-CAF9-B8CC-09A5029EC264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30" creationId="{CB7EE236-3D18-EC53-3225-10EBB3B4EC77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32" creationId="{BFA8C7BD-9CEC-ADA1-21BA-0EE8338C6EA3}"/>
          </ac:picMkLst>
        </pc:picChg>
      </pc:sldChg>
    </pc:docChg>
  </pc:docChgLst>
  <pc:docChgLst>
    <pc:chgData name="Xin Luo" userId="82312ee5779919a4" providerId="LiveId" clId="{83A86666-6E1F-CF4A-9A76-CE1194EA2366}"/>
    <pc:docChg chg="undo custSel addSld delSld modSld">
      <pc:chgData name="Xin Luo" userId="82312ee5779919a4" providerId="LiveId" clId="{83A86666-6E1F-CF4A-9A76-CE1194EA2366}" dt="2024-04-24T02:50:31.582" v="1534" actId="2710"/>
      <pc:docMkLst>
        <pc:docMk/>
      </pc:docMkLst>
      <pc:sldChg chg="modSp mod">
        <pc:chgData name="Xin Luo" userId="82312ee5779919a4" providerId="LiveId" clId="{83A86666-6E1F-CF4A-9A76-CE1194EA2366}" dt="2024-04-22T11:04:03.860" v="265" actId="20577"/>
        <pc:sldMkLst>
          <pc:docMk/>
          <pc:sldMk cId="1576120367" sldId="2387"/>
        </pc:sldMkLst>
        <pc:spChg chg="mod">
          <ac:chgData name="Xin Luo" userId="82312ee5779919a4" providerId="LiveId" clId="{83A86666-6E1F-CF4A-9A76-CE1194EA2366}" dt="2024-04-22T11:03:54.085" v="25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83A86666-6E1F-CF4A-9A76-CE1194EA2366}" dt="2024-04-22T11:04:03.860" v="265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83A86666-6E1F-CF4A-9A76-CE1194EA2366}" dt="2024-04-22T11:04:36.715" v="282" actId="20577"/>
        <pc:sldMkLst>
          <pc:docMk/>
          <pc:sldMk cId="2415901206" sldId="2447"/>
        </pc:sldMkLst>
        <pc:spChg chg="mod">
          <ac:chgData name="Xin Luo" userId="82312ee5779919a4" providerId="LiveId" clId="{83A86666-6E1F-CF4A-9A76-CE1194EA2366}" dt="2024-04-22T11:04:36.715" v="282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83A86666-6E1F-CF4A-9A76-CE1194EA2366}" dt="2024-04-22T07:47:35.859" v="21" actId="20577"/>
        <pc:sldMkLst>
          <pc:docMk/>
          <pc:sldMk cId="1658607177" sldId="2708"/>
        </pc:sldMkLst>
        <pc:spChg chg="mod">
          <ac:chgData name="Xin Luo" userId="82312ee5779919a4" providerId="LiveId" clId="{83A86666-6E1F-CF4A-9A76-CE1194EA2366}" dt="2024-04-22T07:47:35.859" v="21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83A86666-6E1F-CF4A-9A76-CE1194EA2366}" dt="2024-04-24T02:50:02.585" v="1528" actId="14100"/>
        <pc:sldMkLst>
          <pc:docMk/>
          <pc:sldMk cId="1209572041" sldId="2722"/>
        </pc:sldMkLst>
        <pc:spChg chg="mod">
          <ac:chgData name="Xin Luo" userId="82312ee5779919a4" providerId="LiveId" clId="{83A86666-6E1F-CF4A-9A76-CE1194EA2366}" dt="2024-04-24T02:50:02.585" v="1528" actId="14100"/>
          <ac:spMkLst>
            <pc:docMk/>
            <pc:sldMk cId="1209572041" sldId="2722"/>
            <ac:spMk id="13" creationId="{303BC878-BC57-D350-27A3-F03AE48213AC}"/>
          </ac:spMkLst>
        </pc:spChg>
      </pc:sldChg>
      <pc:sldChg chg="modSp mod">
        <pc:chgData name="Xin Luo" userId="82312ee5779919a4" providerId="LiveId" clId="{83A86666-6E1F-CF4A-9A76-CE1194EA2366}" dt="2024-04-22T07:49:26.583" v="239" actId="20577"/>
        <pc:sldMkLst>
          <pc:docMk/>
          <pc:sldMk cId="1435648802" sldId="2759"/>
        </pc:sldMkLst>
        <pc:spChg chg="mod">
          <ac:chgData name="Xin Luo" userId="82312ee5779919a4" providerId="LiveId" clId="{83A86666-6E1F-CF4A-9A76-CE1194EA2366}" dt="2024-04-22T07:49:26.583" v="239" actId="20577"/>
          <ac:spMkLst>
            <pc:docMk/>
            <pc:sldMk cId="1435648802" sldId="2759"/>
            <ac:spMk id="2" creationId="{631AADB6-C88A-D817-4683-FC087E4E240F}"/>
          </ac:spMkLst>
        </pc:spChg>
        <pc:spChg chg="mod">
          <ac:chgData name="Xin Luo" userId="82312ee5779919a4" providerId="LiveId" clId="{83A86666-6E1F-CF4A-9A76-CE1194EA2366}" dt="2024-04-22T07:49:12.158" v="220" actId="20577"/>
          <ac:spMkLst>
            <pc:docMk/>
            <pc:sldMk cId="1435648802" sldId="2759"/>
            <ac:spMk id="3" creationId="{00000000-0000-0000-0000-000000000000}"/>
          </ac:spMkLst>
        </pc:spChg>
      </pc:sldChg>
      <pc:sldChg chg="modSp mod">
        <pc:chgData name="Xin Luo" userId="82312ee5779919a4" providerId="LiveId" clId="{83A86666-6E1F-CF4A-9A76-CE1194EA2366}" dt="2024-04-23T09:45:04.716" v="520" actId="20577"/>
        <pc:sldMkLst>
          <pc:docMk/>
          <pc:sldMk cId="4141385002" sldId="2761"/>
        </pc:sldMkLst>
        <pc:spChg chg="mod">
          <ac:chgData name="Xin Luo" userId="82312ee5779919a4" providerId="LiveId" clId="{83A86666-6E1F-CF4A-9A76-CE1194EA2366}" dt="2024-04-23T09:45:04.716" v="520" actId="20577"/>
          <ac:spMkLst>
            <pc:docMk/>
            <pc:sldMk cId="4141385002" sldId="2761"/>
            <ac:spMk id="7" creationId="{00000000-0000-0000-0000-000000000000}"/>
          </ac:spMkLst>
        </pc:spChg>
      </pc:sldChg>
      <pc:sldChg chg="del">
        <pc:chgData name="Xin Luo" userId="82312ee5779919a4" providerId="LiveId" clId="{83A86666-6E1F-CF4A-9A76-CE1194EA2366}" dt="2024-04-22T07:48:50.769" v="171" actId="2696"/>
        <pc:sldMkLst>
          <pc:docMk/>
          <pc:sldMk cId="494802392" sldId="2762"/>
        </pc:sldMkLst>
      </pc:sldChg>
      <pc:sldChg chg="del">
        <pc:chgData name="Xin Luo" userId="82312ee5779919a4" providerId="LiveId" clId="{83A86666-6E1F-CF4A-9A76-CE1194EA2366}" dt="2024-04-24T02:48:13.336" v="1315" actId="2696"/>
        <pc:sldMkLst>
          <pc:docMk/>
          <pc:sldMk cId="474826622" sldId="2763"/>
        </pc:sldMkLst>
      </pc:sldChg>
      <pc:sldChg chg="del">
        <pc:chgData name="Xin Luo" userId="82312ee5779919a4" providerId="LiveId" clId="{83A86666-6E1F-CF4A-9A76-CE1194EA2366}" dt="2024-04-22T07:48:50.753" v="170" actId="2696"/>
        <pc:sldMkLst>
          <pc:docMk/>
          <pc:sldMk cId="4055009631" sldId="2765"/>
        </pc:sldMkLst>
      </pc:sldChg>
      <pc:sldChg chg="delSp modSp mod">
        <pc:chgData name="Xin Luo" userId="82312ee5779919a4" providerId="LiveId" clId="{83A86666-6E1F-CF4A-9A76-CE1194EA2366}" dt="2024-04-23T10:34:27.708" v="958" actId="20577"/>
        <pc:sldMkLst>
          <pc:docMk/>
          <pc:sldMk cId="2576220137" sldId="2766"/>
        </pc:sldMkLst>
        <pc:spChg chg="mod">
          <ac:chgData name="Xin Luo" userId="82312ee5779919a4" providerId="LiveId" clId="{83A86666-6E1F-CF4A-9A76-CE1194EA2366}" dt="2024-04-23T10:34:27.708" v="958" actId="20577"/>
          <ac:spMkLst>
            <pc:docMk/>
            <pc:sldMk cId="2576220137" sldId="2766"/>
            <ac:spMk id="7" creationId="{3DC73F52-8630-3936-0F04-2680DDF7D3C8}"/>
          </ac:spMkLst>
        </pc:spChg>
        <pc:spChg chg="del">
          <ac:chgData name="Xin Luo" userId="82312ee5779919a4" providerId="LiveId" clId="{83A86666-6E1F-CF4A-9A76-CE1194EA2366}" dt="2024-04-23T09:45:38.666" v="523" actId="478"/>
          <ac:spMkLst>
            <pc:docMk/>
            <pc:sldMk cId="2576220137" sldId="2766"/>
            <ac:spMk id="22" creationId="{C8AE29E5-016E-3D39-65E9-F950BA236AF7}"/>
          </ac:spMkLst>
        </pc:spChg>
        <pc:grpChg chg="del">
          <ac:chgData name="Xin Luo" userId="82312ee5779919a4" providerId="LiveId" clId="{83A86666-6E1F-CF4A-9A76-CE1194EA2366}" dt="2024-04-23T09:45:35.994" v="521" actId="478"/>
          <ac:grpSpMkLst>
            <pc:docMk/>
            <pc:sldMk cId="2576220137" sldId="2766"/>
            <ac:grpSpMk id="5" creationId="{CF7788B2-BD8B-AD79-E75D-33596031297D}"/>
          </ac:grpSpMkLst>
        </pc:grpChg>
        <pc:grpChg chg="del">
          <ac:chgData name="Xin Luo" userId="82312ee5779919a4" providerId="LiveId" clId="{83A86666-6E1F-CF4A-9A76-CE1194EA2366}" dt="2024-04-23T09:45:37.645" v="522" actId="478"/>
          <ac:grpSpMkLst>
            <pc:docMk/>
            <pc:sldMk cId="2576220137" sldId="2766"/>
            <ac:grpSpMk id="14" creationId="{E3F4E922-AEAB-6C6A-61F0-F869A3EA56B2}"/>
          </ac:grpSpMkLst>
        </pc:grpChg>
      </pc:sldChg>
      <pc:sldChg chg="del">
        <pc:chgData name="Xin Luo" userId="82312ee5779919a4" providerId="LiveId" clId="{83A86666-6E1F-CF4A-9A76-CE1194EA2366}" dt="2024-04-24T02:48:13.344" v="1316" actId="2696"/>
        <pc:sldMkLst>
          <pc:docMk/>
          <pc:sldMk cId="3254934158" sldId="2768"/>
        </pc:sldMkLst>
      </pc:sldChg>
      <pc:sldChg chg="del">
        <pc:chgData name="Xin Luo" userId="82312ee5779919a4" providerId="LiveId" clId="{83A86666-6E1F-CF4A-9A76-CE1194EA2366}" dt="2024-04-24T02:48:13.351" v="1317" actId="2696"/>
        <pc:sldMkLst>
          <pc:docMk/>
          <pc:sldMk cId="614769083" sldId="2773"/>
        </pc:sldMkLst>
      </pc:sldChg>
      <pc:sldChg chg="modSp mod">
        <pc:chgData name="Xin Luo" userId="82312ee5779919a4" providerId="LiveId" clId="{83A86666-6E1F-CF4A-9A76-CE1194EA2366}" dt="2024-04-24T02:50:17.380" v="1530" actId="1076"/>
        <pc:sldMkLst>
          <pc:docMk/>
          <pc:sldMk cId="3516989395" sldId="2777"/>
        </pc:sldMkLst>
        <pc:spChg chg="mod">
          <ac:chgData name="Xin Luo" userId="82312ee5779919a4" providerId="LiveId" clId="{83A86666-6E1F-CF4A-9A76-CE1194EA2366}" dt="2024-04-23T09:01:17.322" v="473" actId="404"/>
          <ac:spMkLst>
            <pc:docMk/>
            <pc:sldMk cId="3516989395" sldId="2777"/>
            <ac:spMk id="6" creationId="{962B23DE-665D-892B-931F-1A01E28F4BA2}"/>
          </ac:spMkLst>
        </pc:spChg>
        <pc:spChg chg="mod">
          <ac:chgData name="Xin Luo" userId="82312ee5779919a4" providerId="LiveId" clId="{83A86666-6E1F-CF4A-9A76-CE1194EA2366}" dt="2024-04-24T02:50:17.380" v="1530" actId="1076"/>
          <ac:spMkLst>
            <pc:docMk/>
            <pc:sldMk cId="3516989395" sldId="2777"/>
            <ac:spMk id="16" creationId="{2D20E914-2578-D6F7-FFA9-74CEC9703A7F}"/>
          </ac:spMkLst>
        </pc:spChg>
      </pc:sldChg>
      <pc:sldChg chg="modSp del mod">
        <pc:chgData name="Xin Luo" userId="82312ee5779919a4" providerId="LiveId" clId="{83A86666-6E1F-CF4A-9A76-CE1194EA2366}" dt="2024-04-23T09:44:41.579" v="475" actId="2696"/>
        <pc:sldMkLst>
          <pc:docMk/>
          <pc:sldMk cId="1475732612" sldId="2778"/>
        </pc:sldMkLst>
        <pc:spChg chg="mod">
          <ac:chgData name="Xin Luo" userId="82312ee5779919a4" providerId="LiveId" clId="{83A86666-6E1F-CF4A-9A76-CE1194EA2366}" dt="2024-04-23T09:01:30.366" v="474" actId="20577"/>
          <ac:spMkLst>
            <pc:docMk/>
            <pc:sldMk cId="1475732612" sldId="2778"/>
            <ac:spMk id="6" creationId="{962B23DE-665D-892B-931F-1A01E28F4BA2}"/>
          </ac:spMkLst>
        </pc:spChg>
      </pc:sldChg>
      <pc:sldChg chg="addSp modSp">
        <pc:chgData name="Xin Luo" userId="82312ee5779919a4" providerId="LiveId" clId="{83A86666-6E1F-CF4A-9A76-CE1194EA2366}" dt="2024-04-24T02:50:19.453" v="1531"/>
        <pc:sldMkLst>
          <pc:docMk/>
          <pc:sldMk cId="2343539406" sldId="2778"/>
        </pc:sldMkLst>
        <pc:spChg chg="add mod">
          <ac:chgData name="Xin Luo" userId="82312ee5779919a4" providerId="LiveId" clId="{83A86666-6E1F-CF4A-9A76-CE1194EA2366}" dt="2024-04-24T02:50:19.453" v="1531"/>
          <ac:spMkLst>
            <pc:docMk/>
            <pc:sldMk cId="2343539406" sldId="2778"/>
            <ac:spMk id="2" creationId="{E664620E-A837-9AC1-7875-9CB087F542B9}"/>
          </ac:spMkLst>
        </pc:spChg>
      </pc:sldChg>
      <pc:sldChg chg="addSp modSp mod">
        <pc:chgData name="Xin Luo" userId="82312ee5779919a4" providerId="LiveId" clId="{83A86666-6E1F-CF4A-9A76-CE1194EA2366}" dt="2024-04-24T02:50:20.768" v="1532"/>
        <pc:sldMkLst>
          <pc:docMk/>
          <pc:sldMk cId="2069478428" sldId="2779"/>
        </pc:sldMkLst>
        <pc:spChg chg="add mod">
          <ac:chgData name="Xin Luo" userId="82312ee5779919a4" providerId="LiveId" clId="{83A86666-6E1F-CF4A-9A76-CE1194EA2366}" dt="2024-04-24T02:50:20.768" v="1532"/>
          <ac:spMkLst>
            <pc:docMk/>
            <pc:sldMk cId="2069478428" sldId="2779"/>
            <ac:spMk id="2" creationId="{EF6AF484-343A-C3B3-D3F8-8D16E8F73423}"/>
          </ac:spMkLst>
        </pc:spChg>
        <pc:spChg chg="mod">
          <ac:chgData name="Xin Luo" userId="82312ee5779919a4" providerId="LiveId" clId="{83A86666-6E1F-CF4A-9A76-CE1194EA2366}" dt="2024-04-24T02:47:48.492" v="1314" actId="20577"/>
          <ac:spMkLst>
            <pc:docMk/>
            <pc:sldMk cId="2069478428" sldId="2779"/>
            <ac:spMk id="7" creationId="{3DC73F52-8630-3936-0F04-2680DDF7D3C8}"/>
          </ac:spMkLst>
        </pc:spChg>
      </pc:sldChg>
      <pc:sldChg chg="addSp modSp add mod">
        <pc:chgData name="Xin Luo" userId="82312ee5779919a4" providerId="LiveId" clId="{83A86666-6E1F-CF4A-9A76-CE1194EA2366}" dt="2024-04-24T02:50:31.582" v="1534" actId="2710"/>
        <pc:sldMkLst>
          <pc:docMk/>
          <pc:sldMk cId="2097389648" sldId="2780"/>
        </pc:sldMkLst>
        <pc:spChg chg="add mod">
          <ac:chgData name="Xin Luo" userId="82312ee5779919a4" providerId="LiveId" clId="{83A86666-6E1F-CF4A-9A76-CE1194EA2366}" dt="2024-04-24T02:50:23.298" v="1533"/>
          <ac:spMkLst>
            <pc:docMk/>
            <pc:sldMk cId="2097389648" sldId="2780"/>
            <ac:spMk id="2" creationId="{6ED159BF-1BEB-573A-7CB6-BDD30A7CE435}"/>
          </ac:spMkLst>
        </pc:spChg>
        <pc:spChg chg="mod">
          <ac:chgData name="Xin Luo" userId="82312ee5779919a4" providerId="LiveId" clId="{83A86666-6E1F-CF4A-9A76-CE1194EA2366}" dt="2024-04-24T02:50:31.582" v="1534" actId="2710"/>
          <ac:spMkLst>
            <pc:docMk/>
            <pc:sldMk cId="2097389648" sldId="2780"/>
            <ac:spMk id="7" creationId="{3DC73F52-8630-3936-0F04-2680DDF7D3C8}"/>
          </ac:spMkLst>
        </pc:spChg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  <pc:spChg chg="mod">
          <ac:chgData name="Xin Luo" userId="82312ee5779919a4" providerId="LiveId" clId="{9DD00C57-1E20-5F45-A5A7-A6F833EE305E}" dt="2024-04-05T07:42:36.104" v="17" actId="5793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  <pc:spChg chg="mod">
          <ac:chgData name="Xin Luo" userId="82312ee5779919a4" providerId="LiveId" clId="{9DD00C57-1E20-5F45-A5A7-A6F833EE305E}" dt="2024-04-05T07:52:08.536" v="62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2D641F4E-4B97-FE4F-BED4-0E056FBEE78D}"/>
    <pc:docChg chg="custSel addSld delSld modSld sldOrd">
      <pc:chgData name="Xin Luo" userId="82312ee5779919a4" providerId="LiveId" clId="{2D641F4E-4B97-FE4F-BED4-0E056FBEE78D}" dt="2024-04-06T05:27:14.763" v="62" actId="1076"/>
      <pc:docMkLst>
        <pc:docMk/>
      </pc:docMkLst>
      <pc:sldChg chg="addSp delSp modSp del mod">
        <pc:chgData name="Xin Luo" userId="82312ee5779919a4" providerId="LiveId" clId="{2D641F4E-4B97-FE4F-BED4-0E056FBEE78D}" dt="2024-04-06T05:24:56.062" v="21" actId="2696"/>
        <pc:sldMkLst>
          <pc:docMk/>
          <pc:sldMk cId="3833073590" sldId="2716"/>
        </pc:sldMkLst>
        <pc:spChg chg="mod">
          <ac:chgData name="Xin Luo" userId="82312ee5779919a4" providerId="LiveId" clId="{2D641F4E-4B97-FE4F-BED4-0E056FBEE78D}" dt="2024-04-06T03:14:31.961" v="13" actId="20577"/>
          <ac:spMkLst>
            <pc:docMk/>
            <pc:sldMk cId="3833073590" sldId="2716"/>
            <ac:spMk id="2" creationId="{631AADB6-C88A-D817-4683-FC087E4E240F}"/>
          </ac:spMkLst>
        </pc:spChg>
        <pc:spChg chg="del">
          <ac:chgData name="Xin Luo" userId="82312ee5779919a4" providerId="LiveId" clId="{2D641F4E-4B97-FE4F-BED4-0E056FBEE78D}" dt="2024-04-06T03:14:21.526" v="11" actId="478"/>
          <ac:spMkLst>
            <pc:docMk/>
            <pc:sldMk cId="3833073590" sldId="2716"/>
            <ac:spMk id="6" creationId="{6741FEA2-C046-FD82-2800-2CB513792080}"/>
          </ac:spMkLst>
        </pc:spChg>
        <pc:picChg chg="add mod">
          <ac:chgData name="Xin Luo" userId="82312ee5779919a4" providerId="LiveId" clId="{2D641F4E-4B97-FE4F-BED4-0E056FBEE78D}" dt="2024-04-06T03:14:43.335" v="17" actId="14100"/>
          <ac:picMkLst>
            <pc:docMk/>
            <pc:sldMk cId="3833073590" sldId="2716"/>
            <ac:picMk id="1026" creationId="{49818E55-CF60-98B8-4081-A70153E31B08}"/>
          </ac:picMkLst>
        </pc:picChg>
        <pc:picChg chg="del">
          <ac:chgData name="Xin Luo" userId="82312ee5779919a4" providerId="LiveId" clId="{2D641F4E-4B97-FE4F-BED4-0E056FBEE78D}" dt="2024-04-06T03:14:20.635" v="10" actId="478"/>
          <ac:picMkLst>
            <pc:docMk/>
            <pc:sldMk cId="3833073590" sldId="2716"/>
            <ac:picMk id="1030" creationId="{C93DB76E-C02F-05AC-2014-674F7E808ADA}"/>
          </ac:picMkLst>
        </pc:picChg>
      </pc:sldChg>
      <pc:sldChg chg="del">
        <pc:chgData name="Xin Luo" userId="82312ee5779919a4" providerId="LiveId" clId="{2D641F4E-4B97-FE4F-BED4-0E056FBEE78D}" dt="2024-04-06T03:14:14.396" v="9" actId="2696"/>
        <pc:sldMkLst>
          <pc:docMk/>
          <pc:sldMk cId="2510358707" sldId="2740"/>
        </pc:sldMkLst>
      </pc:sldChg>
      <pc:sldChg chg="del">
        <pc:chgData name="Xin Luo" userId="82312ee5779919a4" providerId="LiveId" clId="{2D641F4E-4B97-FE4F-BED4-0E056FBEE78D}" dt="2024-04-06T03:14:14.332" v="2" actId="2696"/>
        <pc:sldMkLst>
          <pc:docMk/>
          <pc:sldMk cId="3883315984" sldId="2744"/>
        </pc:sldMkLst>
      </pc:sldChg>
      <pc:sldChg chg="del">
        <pc:chgData name="Xin Luo" userId="82312ee5779919a4" providerId="LiveId" clId="{2D641F4E-4B97-FE4F-BED4-0E056FBEE78D}" dt="2024-04-06T03:14:14.379" v="7" actId="2696"/>
        <pc:sldMkLst>
          <pc:docMk/>
          <pc:sldMk cId="3741103209" sldId="2745"/>
        </pc:sldMkLst>
      </pc:sldChg>
      <pc:sldChg chg="del">
        <pc:chgData name="Xin Luo" userId="82312ee5779919a4" providerId="LiveId" clId="{2D641F4E-4B97-FE4F-BED4-0E056FBEE78D}" dt="2024-04-06T03:14:14.375" v="5" actId="2696"/>
        <pc:sldMkLst>
          <pc:docMk/>
          <pc:sldMk cId="322086101" sldId="2746"/>
        </pc:sldMkLst>
      </pc:sldChg>
      <pc:sldChg chg="del">
        <pc:chgData name="Xin Luo" userId="82312ee5779919a4" providerId="LiveId" clId="{2D641F4E-4B97-FE4F-BED4-0E056FBEE78D}" dt="2024-04-06T03:14:14.335" v="4" actId="2696"/>
        <pc:sldMkLst>
          <pc:docMk/>
          <pc:sldMk cId="2920839983" sldId="2747"/>
        </pc:sldMkLst>
      </pc:sldChg>
      <pc:sldChg chg="del">
        <pc:chgData name="Xin Luo" userId="82312ee5779919a4" providerId="LiveId" clId="{2D641F4E-4B97-FE4F-BED4-0E056FBEE78D}" dt="2024-04-06T03:14:14.381" v="8" actId="2696"/>
        <pc:sldMkLst>
          <pc:docMk/>
          <pc:sldMk cId="2081473989" sldId="2748"/>
        </pc:sldMkLst>
      </pc:sldChg>
      <pc:sldChg chg="del">
        <pc:chgData name="Xin Luo" userId="82312ee5779919a4" providerId="LiveId" clId="{2D641F4E-4B97-FE4F-BED4-0E056FBEE78D}" dt="2024-04-06T03:14:14.377" v="6" actId="2696"/>
        <pc:sldMkLst>
          <pc:docMk/>
          <pc:sldMk cId="1994915307" sldId="2749"/>
        </pc:sldMkLst>
      </pc:sldChg>
      <pc:sldChg chg="add">
        <pc:chgData name="Xin Luo" userId="82312ee5779919a4" providerId="LiveId" clId="{2D641F4E-4B97-FE4F-BED4-0E056FBEE78D}" dt="2024-04-06T03:14:46.877" v="18"/>
        <pc:sldMkLst>
          <pc:docMk/>
          <pc:sldMk cId="1715888320" sldId="2751"/>
        </pc:sldMkLst>
      </pc:sldChg>
      <pc:sldChg chg="addSp delSp modSp add mod ord">
        <pc:chgData name="Xin Luo" userId="82312ee5779919a4" providerId="LiveId" clId="{2D641F4E-4B97-FE4F-BED4-0E056FBEE78D}" dt="2024-04-06T05:25:33.631" v="27"/>
        <pc:sldMkLst>
          <pc:docMk/>
          <pc:sldMk cId="1128013676" sldId="2752"/>
        </pc:sldMkLst>
        <pc:picChg chg="add mod">
          <ac:chgData name="Xin Luo" userId="82312ee5779919a4" providerId="LiveId" clId="{2D641F4E-4B97-FE4F-BED4-0E056FBEE78D}" dt="2024-04-06T05:25:04.465" v="26" actId="962"/>
          <ac:picMkLst>
            <pc:docMk/>
            <pc:sldMk cId="1128013676" sldId="2752"/>
            <ac:picMk id="5" creationId="{9368162D-30D8-AEDE-1FB0-65FF53458102}"/>
          </ac:picMkLst>
        </pc:picChg>
        <pc:picChg chg="add mod">
          <ac:chgData name="Xin Luo" userId="82312ee5779919a4" providerId="LiveId" clId="{2D641F4E-4B97-FE4F-BED4-0E056FBEE78D}" dt="2024-04-06T05:25:33.631" v="27"/>
          <ac:picMkLst>
            <pc:docMk/>
            <pc:sldMk cId="1128013676" sldId="2752"/>
            <ac:picMk id="6" creationId="{879D028E-FCE9-6CFB-A2D1-023BE138E193}"/>
          </ac:picMkLst>
        </pc:picChg>
        <pc:picChg chg="del">
          <ac:chgData name="Xin Luo" userId="82312ee5779919a4" providerId="LiveId" clId="{2D641F4E-4B97-FE4F-BED4-0E056FBEE78D}" dt="2024-04-06T05:24:57.704" v="22" actId="478"/>
          <ac:picMkLst>
            <pc:docMk/>
            <pc:sldMk cId="1128013676" sldId="2752"/>
            <ac:picMk id="1026" creationId="{49818E55-CF60-98B8-4081-A70153E31B08}"/>
          </ac:picMkLst>
        </pc:picChg>
      </pc:sldChg>
      <pc:sldChg chg="addSp delSp modSp add mod">
        <pc:chgData name="Xin Luo" userId="82312ee5779919a4" providerId="LiveId" clId="{2D641F4E-4B97-FE4F-BED4-0E056FBEE78D}" dt="2024-04-06T05:25:55.489" v="37" actId="1076"/>
        <pc:sldMkLst>
          <pc:docMk/>
          <pc:sldMk cId="2065670701" sldId="2753"/>
        </pc:sldMkLst>
        <pc:picChg chg="del">
          <ac:chgData name="Xin Luo" userId="82312ee5779919a4" providerId="LiveId" clId="{2D641F4E-4B97-FE4F-BED4-0E056FBEE78D}" dt="2024-04-06T05:25:38.070" v="29" actId="478"/>
          <ac:picMkLst>
            <pc:docMk/>
            <pc:sldMk cId="2065670701" sldId="2753"/>
            <ac:picMk id="5" creationId="{9368162D-30D8-AEDE-1FB0-65FF53458102}"/>
          </ac:picMkLst>
        </pc:picChg>
        <pc:picChg chg="add mod">
          <ac:chgData name="Xin Luo" userId="82312ee5779919a4" providerId="LiveId" clId="{2D641F4E-4B97-FE4F-BED4-0E056FBEE78D}" dt="2024-04-06T05:25:55.489" v="37" actId="1076"/>
          <ac:picMkLst>
            <pc:docMk/>
            <pc:sldMk cId="2065670701" sldId="2753"/>
            <ac:picMk id="6" creationId="{272962C9-B186-402F-86E1-3898F6F376E5}"/>
          </ac:picMkLst>
        </pc:picChg>
      </pc:sldChg>
      <pc:sldChg chg="addSp delSp modSp add mod">
        <pc:chgData name="Xin Luo" userId="82312ee5779919a4" providerId="LiveId" clId="{2D641F4E-4B97-FE4F-BED4-0E056FBEE78D}" dt="2024-04-06T05:27:05.075" v="56" actId="1076"/>
        <pc:sldMkLst>
          <pc:docMk/>
          <pc:sldMk cId="3203813031" sldId="2754"/>
        </pc:sldMkLst>
        <pc:picChg chg="add mod">
          <ac:chgData name="Xin Luo" userId="82312ee5779919a4" providerId="LiveId" clId="{2D641F4E-4B97-FE4F-BED4-0E056FBEE78D}" dt="2024-04-06T05:27:05.075" v="56" actId="1076"/>
          <ac:picMkLst>
            <pc:docMk/>
            <pc:sldMk cId="3203813031" sldId="2754"/>
            <ac:picMk id="5" creationId="{B5E1D8C7-F03C-FFCC-DC9B-0A6844A2674F}"/>
          </ac:picMkLst>
        </pc:picChg>
        <pc:picChg chg="del">
          <ac:chgData name="Xin Luo" userId="82312ee5779919a4" providerId="LiveId" clId="{2D641F4E-4B97-FE4F-BED4-0E056FBEE78D}" dt="2024-04-06T05:25:59.145" v="39" actId="478"/>
          <ac:picMkLst>
            <pc:docMk/>
            <pc:sldMk cId="3203813031" sldId="2754"/>
            <ac:picMk id="6" creationId="{272962C9-B186-402F-86E1-3898F6F376E5}"/>
          </ac:picMkLst>
        </pc:picChg>
      </pc:sldChg>
      <pc:sldChg chg="addSp modSp add mod ord">
        <pc:chgData name="Xin Luo" userId="82312ee5779919a4" providerId="LiveId" clId="{2D641F4E-4B97-FE4F-BED4-0E056FBEE78D}" dt="2024-04-06T05:26:52.634" v="49" actId="20578"/>
        <pc:sldMkLst>
          <pc:docMk/>
          <pc:sldMk cId="2856540524" sldId="2755"/>
        </pc:sldMkLst>
        <pc:picChg chg="add mod">
          <ac:chgData name="Xin Luo" userId="82312ee5779919a4" providerId="LiveId" clId="{2D641F4E-4B97-FE4F-BED4-0E056FBEE78D}" dt="2024-04-06T05:26:45.297" v="48" actId="1076"/>
          <ac:picMkLst>
            <pc:docMk/>
            <pc:sldMk cId="2856540524" sldId="2755"/>
            <ac:picMk id="5" creationId="{2A2A106C-B1CE-6250-B7C1-174B20D25763}"/>
          </ac:picMkLst>
        </pc:picChg>
      </pc:sldChg>
      <pc:sldChg chg="add del">
        <pc:chgData name="Xin Luo" userId="82312ee5779919a4" providerId="LiveId" clId="{2D641F4E-4B97-FE4F-BED4-0E056FBEE78D}" dt="2024-04-06T05:26:33.062" v="41"/>
        <pc:sldMkLst>
          <pc:docMk/>
          <pc:sldMk cId="2980647506" sldId="2755"/>
        </pc:sldMkLst>
      </pc:sldChg>
      <pc:sldChg chg="addSp modSp add mod">
        <pc:chgData name="Xin Luo" userId="82312ee5779919a4" providerId="LiveId" clId="{2D641F4E-4B97-FE4F-BED4-0E056FBEE78D}" dt="2024-04-06T05:27:14.763" v="62" actId="1076"/>
        <pc:sldMkLst>
          <pc:docMk/>
          <pc:sldMk cId="423236720" sldId="2756"/>
        </pc:sldMkLst>
        <pc:picChg chg="add mod">
          <ac:chgData name="Xin Luo" userId="82312ee5779919a4" providerId="LiveId" clId="{2D641F4E-4B97-FE4F-BED4-0E056FBEE78D}" dt="2024-04-06T05:27:14.763" v="62" actId="1076"/>
          <ac:picMkLst>
            <pc:docMk/>
            <pc:sldMk cId="423236720" sldId="2756"/>
            <ac:picMk id="5" creationId="{FD5E76D4-40C8-F464-434E-3D7E672E7644}"/>
          </ac:picMkLst>
        </pc:picChg>
      </pc:sldChg>
      <pc:sldChg chg="del">
        <pc:chgData name="Xin Luo" userId="82312ee5779919a4" providerId="LiveId" clId="{2D641F4E-4B97-FE4F-BED4-0E056FBEE78D}" dt="2024-04-06T03:14:09.042" v="0" actId="2696"/>
        <pc:sldMkLst>
          <pc:docMk/>
          <pc:sldMk cId="2371836296" sldId="2756"/>
        </pc:sldMkLst>
      </pc:sldChg>
      <pc:sldChg chg="del">
        <pc:chgData name="Xin Luo" userId="82312ee5779919a4" providerId="LiveId" clId="{2D641F4E-4B97-FE4F-BED4-0E056FBEE78D}" dt="2024-04-06T03:14:09.044" v="1" actId="2696"/>
        <pc:sldMkLst>
          <pc:docMk/>
          <pc:sldMk cId="397779649" sldId="2757"/>
        </pc:sldMkLst>
      </pc:sldChg>
      <pc:sldChg chg="del">
        <pc:chgData name="Xin Luo" userId="82312ee5779919a4" providerId="LiveId" clId="{2D641F4E-4B97-FE4F-BED4-0E056FBEE78D}" dt="2024-04-06T03:14:14.334" v="3" actId="2696"/>
        <pc:sldMkLst>
          <pc:docMk/>
          <pc:sldMk cId="1878724924" sldId="2758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  <pc:spChg chg="mod">
          <ac:chgData name="Xin Luo" userId="82312ee5779919a4" providerId="LiveId" clId="{7C35D78A-E8DF-394E-816A-D2222F18F092}" dt="2022-11-28T03:56:03.446" v="17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9.369" v="367" actId="14100"/>
          <ac:spMkLst>
            <pc:docMk/>
            <pc:sldMk cId="1576120367" sldId="2387"/>
            <ac:spMk id="16" creationId="{00000000-0000-0000-0000-000000000000}"/>
          </ac:spMkLst>
        </pc:spChg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  <pc:spChg chg="mod">
          <ac:chgData name="Xin Luo" userId="82312ee5779919a4" providerId="LiveId" clId="{23920C8D-EBCE-A347-9C82-C14316D20539}" dt="2022-10-10T01:06:39.449" v="369" actId="403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  <pc:spChg chg="mod">
          <ac:chgData name="Xin Luo" userId="82312ee5779919a4" providerId="LiveId" clId="{23920C8D-EBCE-A347-9C82-C14316D20539}" dt="2022-10-26T11:18:14.630" v="497" actId="1038"/>
          <ac:spMkLst>
            <pc:docMk/>
            <pc:sldMk cId="2689840772" sldId="2604"/>
            <ac:spMk id="2" creationId="{DB381E7B-A050-4BE4-6756-9B64308C74D7}"/>
          </ac:spMkLst>
        </pc:spChg>
        <pc:spChg chg="del mod">
          <ac:chgData name="Xin Luo" userId="82312ee5779919a4" providerId="LiveId" clId="{23920C8D-EBCE-A347-9C82-C14316D20539}" dt="2022-10-10T00:58:26.498" v="9" actId="478"/>
          <ac:spMkLst>
            <pc:docMk/>
            <pc:sldMk cId="2689840772" sldId="2604"/>
            <ac:spMk id="3" creationId="{00000000-0000-0000-0000-000000000000}"/>
          </ac:spMkLst>
        </pc:spChg>
        <pc:spChg chg="add del mod">
          <ac:chgData name="Xin Luo" userId="82312ee5779919a4" providerId="LiveId" clId="{23920C8D-EBCE-A347-9C82-C14316D20539}" dt="2022-10-26T11:18:20.490" v="500"/>
          <ac:spMkLst>
            <pc:docMk/>
            <pc:sldMk cId="2689840772" sldId="2604"/>
            <ac:spMk id="3" creationId="{0AC6D251-AEF6-35BE-71D5-DE25EAD72977}"/>
          </ac:spMkLst>
        </pc:spChg>
        <pc:spChg chg="add mod">
          <ac:chgData name="Xin Luo" userId="82312ee5779919a4" providerId="LiveId" clId="{23920C8D-EBCE-A347-9C82-C14316D20539}" dt="2022-10-10T01:03:50.909" v="356" actId="20577"/>
          <ac:spMkLst>
            <pc:docMk/>
            <pc:sldMk cId="2689840772" sldId="2604"/>
            <ac:spMk id="4" creationId="{5B949F23-92C2-3ACE-AE9A-58F8C8D7AB52}"/>
          </ac:spMkLst>
        </pc:spChg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  <pc:spChg chg="mod">
          <ac:chgData name="Xin Luo" userId="82312ee5779919a4" providerId="LiveId" clId="{23920C8D-EBCE-A347-9C82-C14316D20539}" dt="2022-10-10T01:08:08.448" v="392" actId="20577"/>
          <ac:spMkLst>
            <pc:docMk/>
            <pc:sldMk cId="1392274363" sldId="2606"/>
            <ac:spMk id="35" creationId="{2CBBD54C-A0C4-CFAB-2A67-F8BF299D28F5}"/>
          </ac:spMkLst>
        </pc:spChg>
        <pc:spChg chg="mod">
          <ac:chgData name="Xin Luo" userId="82312ee5779919a4" providerId="LiveId" clId="{23920C8D-EBCE-A347-9C82-C14316D20539}" dt="2022-10-25T11:53:23.523" v="402" actId="207"/>
          <ac:spMkLst>
            <pc:docMk/>
            <pc:sldMk cId="1392274363" sldId="2606"/>
            <ac:spMk id="42" creationId="{E4B07DDE-AB89-2B16-6B7A-2142621DE6F5}"/>
          </ac:spMkLst>
        </pc:spChg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  <pc:spChg chg="mod">
          <ac:chgData name="Xin Luo" userId="82312ee5779919a4" providerId="LiveId" clId="{23920C8D-EBCE-A347-9C82-C14316D20539}" dt="2022-10-25T12:03:26.240" v="414" actId="14100"/>
          <ac:spMkLst>
            <pc:docMk/>
            <pc:sldMk cId="292605530" sldId="2607"/>
            <ac:spMk id="18" creationId="{8399C9E7-13B6-1DAF-F5BF-4471E8528C5F}"/>
          </ac:spMkLst>
        </pc:spChg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  <pc:spChg chg="mod">
          <ac:chgData name="Xin Luo" userId="82312ee5779919a4" providerId="LiveId" clId="{23920C8D-EBCE-A347-9C82-C14316D20539}" dt="2022-10-25T12:08:56.496" v="469" actId="115"/>
          <ac:spMkLst>
            <pc:docMk/>
            <pc:sldMk cId="2780969545" sldId="2609"/>
            <ac:spMk id="6" creationId="{2D1A6305-FF43-CF53-224A-B6D4901EAB0F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1" creationId="{63EAC848-88D2-7A10-E878-444ADA855E23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2" creationId="{BED7A820-9D6E-7E7E-A906-8A942452831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0" creationId="{87EC125B-CB98-6914-1633-6697471A2CB4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1" creationId="{0AF67847-7DEF-CDAB-6208-0271BFB4FB0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3" creationId="{0011846D-F543-398E-85CB-0AB0A842928A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4" creationId="{37B5D87E-7419-7CC0-91CC-8A0807F0F999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5" creationId="{4745244D-B431-F067-4A97-7CC4387296FB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6" creationId="{FB9C53DE-8D1F-6DF4-8CE3-3A262A9F8737}"/>
          </ac:spMkLst>
        </pc:sp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4" creationId="{49B7ACC6-6794-9162-52B2-E80F7E4B0442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" creationId="{42FD45A0-A9EA-D518-41B5-21FA7A24BA60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10" creationId="{C2B12388-3179-41F8-2462-0C9BA14093FF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170" creationId="{A3C33C8C-6841-03A7-574F-E161D6BA2409}"/>
          </ac:picMkLst>
        </pc:pic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9" creationId="{FD972B84-6C44-171E-8256-D2A04F01B0C9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6" creationId="{612BCBDC-DECE-5090-7C5B-6492FF4CE722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7" creationId="{AF045F09-2718-C456-D477-E816A43885FF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28" creationId="{6C11ADF7-6234-2989-2798-F5AAD5EDE3BF}"/>
          </ac:cxnSpMkLst>
        </pc:cxnChg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  <pc:spChg chg="mod">
          <ac:chgData name="Xin Luo" userId="82312ee5779919a4" providerId="LiveId" clId="{23920C8D-EBCE-A347-9C82-C14316D20539}" dt="2022-10-26T02:56:58.658" v="480" actId="207"/>
          <ac:spMkLst>
            <pc:docMk/>
            <pc:sldMk cId="63705705" sldId="2612"/>
            <ac:spMk id="63" creationId="{6400CC45-5050-7ACD-CE08-CC6D7000A1DA}"/>
          </ac:spMkLst>
        </pc:spChg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  <pc:spChg chg="add mod">
          <ac:chgData name="Xin Luo" userId="82312ee5779919a4" providerId="LiveId" clId="{23920C8D-EBCE-A347-9C82-C14316D20539}" dt="2022-10-26T12:19:06.428" v="501" actId="767"/>
          <ac:spMkLst>
            <pc:docMk/>
            <pc:sldMk cId="963926578" sldId="2613"/>
            <ac:spMk id="2" creationId="{5F7683B3-77E0-69A9-94AE-FF04E7249325}"/>
          </ac:spMkLst>
        </pc:spChg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  <pc:spChg chg="mod">
          <ac:chgData name="Xin Luo" userId="82312ee5779919a4" providerId="LiveId" clId="{23920C8D-EBCE-A347-9C82-C14316D20539}" dt="2022-10-10T01:06:02.902" v="365" actId="403"/>
          <ac:spMkLst>
            <pc:docMk/>
            <pc:sldMk cId="2358282757" sldId="2714"/>
            <ac:spMk id="2" creationId="{DB381E7B-A050-4BE4-6756-9B64308C74D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1973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7402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372762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734600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1465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b="0" i="0" dirty="0">
                <a:effectLst/>
                <a:latin typeface="Roboto" panose="02000000000000000000" pitchFamily="2" charset="0"/>
              </a:rPr>
              <a:t>但 </a:t>
            </a:r>
            <a:r>
              <a:rPr lang="en-US" altLang="zh-CN" b="1" i="0" dirty="0" err="1">
                <a:effectLst/>
                <a:latin typeface="Roboto" panose="02000000000000000000" pitchFamily="2" charset="0"/>
              </a:rPr>
              <a:t>Cartopy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 是一个专门为 </a:t>
            </a:r>
            <a:r>
              <a:rPr lang="en-US" altLang="zh-CN" b="0" i="0" dirty="0">
                <a:effectLst/>
                <a:latin typeface="Roboto" panose="02000000000000000000" pitchFamily="2" charset="0"/>
              </a:rPr>
              <a:t>Matplotlib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设计的地理空间数据可视化扩展库，可以无缝集成到 </a:t>
            </a:r>
            <a:r>
              <a:rPr lang="en-US" altLang="zh-CN" b="0" i="0" dirty="0">
                <a:effectLst/>
                <a:latin typeface="Roboto" panose="02000000000000000000" pitchFamily="2" charset="0"/>
              </a:rPr>
              <a:t>Matplotlib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的绘图系统中。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30969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51529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727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</a:t>
            </a:r>
            <a:r>
              <a:rPr lang="en-US" altLang="zh-CN" sz="5400" b="1" dirty="0">
                <a:solidFill>
                  <a:srgbClr val="FF0000"/>
                </a:solidFill>
                <a:latin typeface="微软雅黑"/>
                <a:ea typeface="微软雅黑"/>
              </a:rPr>
              <a:t>2</a:t>
            </a: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节：坐标转换及可视化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sz="28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211735" y="261082"/>
            <a:ext cx="4698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 空间数据处理 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四</a:t>
            </a:r>
            <a:r>
              <a:rPr lang="en-CN" sz="20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7191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25666" y="3834893"/>
            <a:ext cx="6649827" cy="717997"/>
            <a:chOff x="2121801" y="3511390"/>
            <a:chExt cx="5938688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282590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地理数据坐标系统可视化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2" y="260648"/>
            <a:ext cx="33051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 dirty="0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 dirty="0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25666" y="2548626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73516"/>
              <a:ext cx="4645533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地理数据坐标系统转换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3085" y="3471863"/>
            <a:ext cx="12188915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7175" y="3868892"/>
            <a:ext cx="1166779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一、地理数据坐标</a:t>
            </a:r>
            <a:r>
              <a:rPr lang="zh-CN" altLang="en-US" sz="4000" b="1">
                <a:latin typeface="微软雅黑" pitchFamily="34" charset="-122"/>
                <a:ea typeface="微软雅黑" pitchFamily="34" charset="-122"/>
              </a:rPr>
              <a:t>系统转换</a:t>
            </a:r>
            <a:endParaRPr lang="en-US" altLang="zh-CN" sz="40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085" y="5014912"/>
            <a:ext cx="12188915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一、矢量数据坐标系统转换及可视化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171450" y="846749"/>
            <a:ext cx="1017888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lnSpc>
                <a:spcPct val="150000"/>
              </a:lnSpc>
              <a:buAutoNum type="arabicPeriod"/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操作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重投影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2B23DE-665D-892B-931F-1A01E28F4BA2}"/>
              </a:ext>
            </a:extLst>
          </p:cNvPr>
          <p:cNvSpPr txBox="1"/>
          <p:nvPr/>
        </p:nvSpPr>
        <p:spPr>
          <a:xfrm>
            <a:off x="695325" y="1442563"/>
            <a:ext cx="8750135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点击</a:t>
            </a:r>
            <a:r>
              <a:rPr lang="en-US" altLang="zh-CN" b="1" dirty="0">
                <a:solidFill>
                  <a:srgbClr val="333333"/>
                </a:solidFill>
                <a:latin typeface="+mn-ea"/>
                <a:ea typeface="+mn-ea"/>
              </a:rPr>
              <a:t>vector</a:t>
            </a:r>
            <a:r>
              <a:rPr lang="zh-CN" altLang="en-US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b="1" dirty="0">
                <a:solidFill>
                  <a:srgbClr val="333333"/>
                </a:solidFill>
                <a:latin typeface="+mn-ea"/>
                <a:ea typeface="+mn-ea"/>
              </a:rPr>
              <a:t>general-Reproject layer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C8475034-C835-A66E-72EE-C1295FBD3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897" y="2206788"/>
            <a:ext cx="4147228" cy="4359907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498AA-5D53-476B-1F87-63E7F1558F0F}"/>
              </a:ext>
            </a:extLst>
          </p:cNvPr>
          <p:cNvSpPr/>
          <p:nvPr/>
        </p:nvSpPr>
        <p:spPr>
          <a:xfrm>
            <a:off x="3682365" y="5377974"/>
            <a:ext cx="1609344" cy="310896"/>
          </a:xfrm>
          <a:prstGeom prst="rect">
            <a:avLst/>
          </a:prstGeom>
          <a:noFill/>
          <a:ln w="28575">
            <a:solidFill>
              <a:schemeClr val="accent3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chemeClr val="accent3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975D484C-DDE9-2BA8-EC72-55D789342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7844" y="2792391"/>
            <a:ext cx="4808102" cy="3310128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4B4F2F3C-E2B4-AF06-2A03-9E08BB8D3498}"/>
              </a:ext>
            </a:extLst>
          </p:cNvPr>
          <p:cNvSpPr/>
          <p:nvPr/>
        </p:nvSpPr>
        <p:spPr>
          <a:xfrm>
            <a:off x="10184511" y="3722910"/>
            <a:ext cx="512064" cy="365760"/>
          </a:xfrm>
          <a:prstGeom prst="ellipse">
            <a:avLst/>
          </a:prstGeom>
          <a:noFill/>
          <a:ln w="28575">
            <a:solidFill>
              <a:schemeClr val="accent3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5FF180-B667-4106-718B-EE52F8A284A7}"/>
              </a:ext>
            </a:extLst>
          </p:cNvPr>
          <p:cNvSpPr txBox="1"/>
          <p:nvPr/>
        </p:nvSpPr>
        <p:spPr>
          <a:xfrm>
            <a:off x="6289168" y="2360454"/>
            <a:ext cx="34381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dirty="0">
                <a:solidFill>
                  <a:schemeClr val="accent2"/>
                </a:solidFill>
                <a:latin typeface="+mn-ea"/>
                <a:ea typeface="+mn-ea"/>
              </a:rPr>
              <a:t>设置转换坐标系</a:t>
            </a:r>
            <a:endParaRPr lang="en-CN" sz="20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6DD48-8009-22B6-EAA8-C8E0A2B167B0}"/>
              </a:ext>
            </a:extLst>
          </p:cNvPr>
          <p:cNvSpPr txBox="1"/>
          <p:nvPr/>
        </p:nvSpPr>
        <p:spPr>
          <a:xfrm>
            <a:off x="8075736" y="6359443"/>
            <a:ext cx="24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solidFill>
                  <a:schemeClr val="accent2"/>
                </a:solidFill>
                <a:latin typeface="+mn-ea"/>
                <a:ea typeface="+mn-ea"/>
              </a:rPr>
              <a:t>…</a:t>
            </a:r>
            <a:r>
              <a:rPr lang="zh-CN" altLang="en-US" sz="1800" dirty="0">
                <a:solidFill>
                  <a:schemeClr val="accent2"/>
                </a:solidFill>
                <a:latin typeface="+mn-ea"/>
                <a:ea typeface="+mn-ea"/>
              </a:rPr>
              <a:t> </a:t>
            </a:r>
            <a:r>
              <a:rPr lang="en-US" sz="1800" dirty="0" err="1">
                <a:solidFill>
                  <a:schemeClr val="accent2"/>
                </a:solidFill>
                <a:latin typeface="+mn-ea"/>
                <a:ea typeface="+mn-ea"/>
              </a:rPr>
              <a:t>附软件操作演示</a:t>
            </a:r>
            <a:endParaRPr lang="en-CN" sz="1800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564880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一、矢量数据坐标系统转换及可视化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61950" y="846749"/>
            <a:ext cx="998838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lnSpc>
                <a:spcPct val="150000"/>
              </a:lnSpc>
              <a:buAutoNum type="arabicPeriod"/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操作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坐标系统可视化切换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2B23DE-665D-892B-931F-1A01E28F4BA2}"/>
              </a:ext>
            </a:extLst>
          </p:cNvPr>
          <p:cNvSpPr txBox="1"/>
          <p:nvPr/>
        </p:nvSpPr>
        <p:spPr>
          <a:xfrm>
            <a:off x="1310269" y="1627189"/>
            <a:ext cx="3816849" cy="581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点击右下角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: </a:t>
            </a: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EPSG:xxxx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5FF180-B667-4106-718B-EE52F8A284A7}"/>
              </a:ext>
            </a:extLst>
          </p:cNvPr>
          <p:cNvSpPr txBox="1"/>
          <p:nvPr/>
        </p:nvSpPr>
        <p:spPr>
          <a:xfrm>
            <a:off x="7623484" y="2044271"/>
            <a:ext cx="31481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dirty="0" err="1">
                <a:solidFill>
                  <a:schemeClr val="accent2"/>
                </a:solidFill>
                <a:latin typeface="+mn-ea"/>
                <a:ea typeface="+mn-ea"/>
              </a:rPr>
              <a:t>选择需要切换的坐标系</a:t>
            </a:r>
            <a:endParaRPr lang="en-CN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15" name="Picture 14" descr="A map of china with different countries/regions&#10;&#10;Description automatically generated">
            <a:extLst>
              <a:ext uri="{FF2B5EF4-FFF2-40B4-BE49-F238E27FC236}">
                <a16:creationId xmlns:a16="http://schemas.microsoft.com/office/drawing/2014/main" id="{1A8F2248-1A2F-8564-9E8A-AFA0C2D5C6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177" t="6548"/>
          <a:stretch/>
        </p:blipFill>
        <p:spPr>
          <a:xfrm>
            <a:off x="1066750" y="2380374"/>
            <a:ext cx="4795786" cy="4125711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498AA-5D53-476B-1F87-63E7F1558F0F}"/>
              </a:ext>
            </a:extLst>
          </p:cNvPr>
          <p:cNvSpPr/>
          <p:nvPr/>
        </p:nvSpPr>
        <p:spPr>
          <a:xfrm>
            <a:off x="4395597" y="6195188"/>
            <a:ext cx="1609344" cy="310896"/>
          </a:xfrm>
          <a:prstGeom prst="rect">
            <a:avLst/>
          </a:prstGeom>
          <a:noFill/>
          <a:ln w="28575">
            <a:solidFill>
              <a:schemeClr val="accent3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sz="2800" b="1" dirty="0">
              <a:solidFill>
                <a:schemeClr val="accent3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CE311F37-F695-F9AA-BD58-988FC0B05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638" y="2444381"/>
            <a:ext cx="4537147" cy="369659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D20E914-2578-D6F7-FFA9-74CEC9703A7F}"/>
              </a:ext>
            </a:extLst>
          </p:cNvPr>
          <p:cNvSpPr txBox="1"/>
          <p:nvPr/>
        </p:nvSpPr>
        <p:spPr>
          <a:xfrm>
            <a:off x="8580561" y="6241555"/>
            <a:ext cx="24902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dirty="0">
                <a:solidFill>
                  <a:schemeClr val="accent2"/>
                </a:solidFill>
                <a:latin typeface="+mn-ea"/>
                <a:ea typeface="+mn-ea"/>
              </a:rPr>
              <a:t>…</a:t>
            </a:r>
            <a:r>
              <a:rPr lang="zh-CN" altLang="en-US" sz="2000" dirty="0">
                <a:solidFill>
                  <a:schemeClr val="accent2"/>
                </a:solidFill>
                <a:latin typeface="+mn-ea"/>
                <a:ea typeface="+mn-ea"/>
              </a:rPr>
              <a:t> </a:t>
            </a:r>
            <a:r>
              <a:rPr lang="en-US" sz="2000" dirty="0" err="1">
                <a:solidFill>
                  <a:schemeClr val="accent2"/>
                </a:solidFill>
                <a:latin typeface="+mn-ea"/>
                <a:ea typeface="+mn-ea"/>
              </a:rPr>
              <a:t>附软件操作演示</a:t>
            </a:r>
            <a:endParaRPr lang="en-CN" sz="2000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5752392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一、矢量数据坐标系统转换及可视化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504825" y="945133"/>
            <a:ext cx="1127760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程序设计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坐标转换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2B23DE-665D-892B-931F-1A01E28F4BA2}"/>
              </a:ext>
            </a:extLst>
          </p:cNvPr>
          <p:cNvSpPr txBox="1"/>
          <p:nvPr/>
        </p:nvSpPr>
        <p:spPr>
          <a:xfrm>
            <a:off x="504825" y="1979160"/>
            <a:ext cx="11210925" cy="3678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EPSG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：全称</a:t>
            </a:r>
            <a:r>
              <a:rPr lang="en-US" sz="2800" dirty="0">
                <a:solidFill>
                  <a:srgbClr val="333333"/>
                </a:solidFill>
                <a:latin typeface="+mn-ea"/>
                <a:ea typeface="+mn-ea"/>
              </a:rPr>
              <a:t>The European Petroleum Survey Group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即欧洲石油调查组织。 该组织维护了几乎全球各种空间参考系统的数据，并对这些参考系统进行了编码。 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如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WGS84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坐标系编码为：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4326;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WGS84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坐标系下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UTM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投影，则编码为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326xx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xx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为投影带。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20E914-2578-D6F7-FFA9-74CEC9703A7F}"/>
              </a:ext>
            </a:extLst>
          </p:cNvPr>
          <p:cNvSpPr txBox="1"/>
          <p:nvPr/>
        </p:nvSpPr>
        <p:spPr>
          <a:xfrm>
            <a:off x="9399711" y="6222505"/>
            <a:ext cx="24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solidFill>
                  <a:schemeClr val="accent2"/>
                </a:solidFill>
                <a:latin typeface="+mn-ea"/>
                <a:ea typeface="+mn-ea"/>
              </a:rPr>
              <a:t>…</a:t>
            </a:r>
            <a:r>
              <a:rPr lang="zh-CN" altLang="en-US" sz="1800" dirty="0">
                <a:solidFill>
                  <a:schemeClr val="accent2"/>
                </a:solidFill>
                <a:latin typeface="+mn-ea"/>
                <a:ea typeface="+mn-ea"/>
              </a:rPr>
              <a:t> </a:t>
            </a:r>
            <a:r>
              <a:rPr lang="en-US" sz="1800" dirty="0" err="1">
                <a:solidFill>
                  <a:schemeClr val="accent2"/>
                </a:solidFill>
                <a:latin typeface="+mn-ea"/>
                <a:ea typeface="+mn-ea"/>
              </a:rPr>
              <a:t>附软件操作演示</a:t>
            </a:r>
            <a:endParaRPr lang="en-CN" sz="1800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2710656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一、矢量数据坐标系统转换及可视化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38978" y="882607"/>
            <a:ext cx="931211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程序设计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坐标系统转换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2B23DE-665D-892B-931F-1A01E28F4BA2}"/>
              </a:ext>
            </a:extLst>
          </p:cNvPr>
          <p:cNvSpPr txBox="1"/>
          <p:nvPr/>
        </p:nvSpPr>
        <p:spPr>
          <a:xfrm>
            <a:off x="577290" y="1699482"/>
            <a:ext cx="10877550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矢量数据重投影：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geopandas.to_crs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epsg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=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xxxx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20E914-2578-D6F7-FFA9-74CEC9703A7F}"/>
              </a:ext>
            </a:extLst>
          </p:cNvPr>
          <p:cNvSpPr txBox="1"/>
          <p:nvPr/>
        </p:nvSpPr>
        <p:spPr>
          <a:xfrm>
            <a:off x="338978" y="6277414"/>
            <a:ext cx="215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solidFill>
                  <a:schemeClr val="accent2"/>
                </a:solidFill>
                <a:latin typeface="+mn-ea"/>
                <a:ea typeface="+mn-ea"/>
              </a:rPr>
              <a:t>…</a:t>
            </a:r>
            <a:r>
              <a:rPr lang="zh-CN" altLang="en-US" sz="1800" dirty="0">
                <a:solidFill>
                  <a:schemeClr val="accent2"/>
                </a:solidFill>
                <a:latin typeface="+mn-ea"/>
                <a:ea typeface="+mn-ea"/>
              </a:rPr>
              <a:t> </a:t>
            </a:r>
            <a:r>
              <a:rPr lang="en-US" sz="1800" dirty="0" err="1">
                <a:solidFill>
                  <a:schemeClr val="accent2"/>
                </a:solidFill>
                <a:latin typeface="+mn-ea"/>
                <a:ea typeface="+mn-ea"/>
              </a:rPr>
              <a:t>附代码演示</a:t>
            </a:r>
            <a:endParaRPr lang="en-CN" sz="1800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EC98EF1-0BE6-7C2C-D157-98CAC48126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" t="6753" r="50671" b="11386"/>
          <a:stretch>
            <a:fillRect/>
          </a:stretch>
        </p:blipFill>
        <p:spPr>
          <a:xfrm>
            <a:off x="5669395" y="3038097"/>
            <a:ext cx="3032498" cy="29681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D67457A-DAE5-1590-FD4D-1517F57B5C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498"/>
          <a:stretch>
            <a:fillRect/>
          </a:stretch>
        </p:blipFill>
        <p:spPr>
          <a:xfrm>
            <a:off x="8993086" y="2745250"/>
            <a:ext cx="3088574" cy="379376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384D74D-6DB4-8D57-47C1-2C694F25F5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03" y="3247894"/>
            <a:ext cx="4571988" cy="1413827"/>
          </a:xfrm>
          <a:prstGeom prst="rect">
            <a:avLst/>
          </a:prstGeom>
          <a:ln>
            <a:solidFill>
              <a:schemeClr val="bg2"/>
            </a:solidFill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0C55499-E238-EFBB-CC24-0FA30285183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15"/>
          <a:stretch>
            <a:fillRect/>
          </a:stretch>
        </p:blipFill>
        <p:spPr>
          <a:xfrm>
            <a:off x="146060" y="5234319"/>
            <a:ext cx="5523335" cy="447720"/>
          </a:xfrm>
          <a:prstGeom prst="rect">
            <a:avLst/>
          </a:prstGeom>
          <a:ln>
            <a:solidFill>
              <a:schemeClr val="bg2"/>
            </a:solidFill>
          </a:ln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E43B9EF8-78E3-A4D7-7F89-D91E13515E07}"/>
              </a:ext>
            </a:extLst>
          </p:cNvPr>
          <p:cNvSpPr txBox="1"/>
          <p:nvPr/>
        </p:nvSpPr>
        <p:spPr>
          <a:xfrm>
            <a:off x="1805749" y="2434925"/>
            <a:ext cx="87316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chemeClr val="accent2"/>
                </a:solidFill>
                <a:latin typeface="+mn-ea"/>
                <a:ea typeface="+mn-ea"/>
              </a:rPr>
              <a:t>WGS84 -&gt; UTM</a:t>
            </a:r>
            <a:endParaRPr lang="zh-CN" altLang="en-US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1698939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9FFE800-9D38-F3E4-80E5-AD4465A53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C39B20-D1B2-F59A-2A78-878C6D662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一、矢量数据坐标系统转换及可视化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CF4C59-B649-C7AB-3E94-9642F000238F}"/>
              </a:ext>
            </a:extLst>
          </p:cNvPr>
          <p:cNvSpPr txBox="1"/>
          <p:nvPr/>
        </p:nvSpPr>
        <p:spPr>
          <a:xfrm>
            <a:off x="481851" y="3002813"/>
            <a:ext cx="10815917" cy="3739485"/>
          </a:xfrm>
          <a:prstGeom prst="rect">
            <a:avLst/>
          </a:prstGeom>
          <a:solidFill>
            <a:schemeClr val="tx1">
              <a:lumMod val="95000"/>
            </a:schemeClr>
          </a:solidFill>
          <a:ln w="19050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ts val="2400"/>
              </a:lnSpc>
              <a:buNone/>
            </a:pPr>
            <a:r>
              <a:rPr lang="en-US" altLang="zh-CN" sz="2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2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rio</a:t>
            </a:r>
            <a:r>
              <a:rPr lang="en-US" altLang="zh-CN" sz="22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CN" sz="2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'w'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driver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CN" sz="2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GTiff</a:t>
            </a:r>
            <a:r>
              <a:rPr lang="en-US" altLang="zh-CN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 algn="just">
              <a:lnSpc>
                <a:spcPts val="2400"/>
              </a:lnSpc>
              <a:buNone/>
            </a:pP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crs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endParaRPr lang="en-US" altLang="zh-CN" sz="2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algn="just">
              <a:lnSpc>
                <a:spcPts val="2400"/>
              </a:lnSpc>
              <a:buNone/>
            </a:pP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) </a:t>
            </a:r>
            <a:r>
              <a:rPr lang="en-US" altLang="zh-CN" sz="2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22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just">
              <a:lnSpc>
                <a:spcPts val="2400"/>
              </a:lnSpc>
              <a:buNone/>
            </a:pP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CN" sz="2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reproject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source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zh-CN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CN" altLang="en-US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输入栅格数组</a:t>
            </a:r>
            <a:endParaRPr lang="zh-CN" altLang="en-US" sz="2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algn="just">
              <a:lnSpc>
                <a:spcPts val="2400"/>
              </a:lnSpc>
              <a:buNone/>
            </a:pPr>
            <a:r>
              <a:rPr lang="zh-CN" altLang="en-US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src_transform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src_crs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src_nodata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algn="just">
              <a:lnSpc>
                <a:spcPts val="2400"/>
              </a:lnSpc>
              <a:buNone/>
            </a:pP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zh-CN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## </a:t>
            </a:r>
            <a:r>
              <a:rPr lang="zh-CN" altLang="en-US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重投影后数据参数</a:t>
            </a:r>
            <a:endParaRPr lang="zh-CN" altLang="en-US" sz="2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algn="just">
              <a:lnSpc>
                <a:spcPts val="2400"/>
              </a:lnSpc>
              <a:buNone/>
            </a:pPr>
            <a:r>
              <a:rPr lang="zh-CN" altLang="en-US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destination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rio.band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22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i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zh-CN" sz="2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  </a:t>
            </a:r>
            <a:r>
              <a:rPr lang="en-US" altLang="zh-CN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zh-CN" altLang="en-US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目标波段</a:t>
            </a:r>
            <a:r>
              <a:rPr lang="en-US" altLang="zh-CN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zh-CN" altLang="en-US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索引从</a:t>
            </a:r>
            <a:r>
              <a:rPr lang="en-US" altLang="zh-CN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CN" altLang="en-US" sz="2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开始</a:t>
            </a:r>
            <a:endParaRPr lang="zh-CN" altLang="en-US" sz="2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 algn="just">
              <a:lnSpc>
                <a:spcPts val="2400"/>
              </a:lnSpc>
              <a:buNone/>
            </a:pPr>
            <a:r>
              <a:rPr lang="zh-CN" altLang="en-US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dst_transform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dst_crs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CN" sz="2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resampling</a:t>
            </a:r>
            <a:r>
              <a:rPr lang="en-US" altLang="zh-CN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CN" sz="2200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zh-CN" sz="2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9A42BBA-AA5C-EBB4-2B75-076A54E9A4B4}"/>
              </a:ext>
            </a:extLst>
          </p:cNvPr>
          <p:cNvSpPr txBox="1"/>
          <p:nvPr/>
        </p:nvSpPr>
        <p:spPr>
          <a:xfrm>
            <a:off x="338045" y="907328"/>
            <a:ext cx="3484241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栅格数据重投影</a:t>
            </a: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1A015BD-8112-2D1F-7D5B-8644E26BD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51" y="1914073"/>
            <a:ext cx="10815917" cy="989809"/>
          </a:xfrm>
          <a:prstGeom prst="rect">
            <a:avLst/>
          </a:prstGeom>
          <a:ln w="12700">
            <a:solidFill>
              <a:schemeClr val="bg2"/>
            </a:solidFill>
          </a:ln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95DCA783-1F2D-2F28-8933-685B66E6EAA7}"/>
              </a:ext>
            </a:extLst>
          </p:cNvPr>
          <p:cNvSpPr txBox="1"/>
          <p:nvPr/>
        </p:nvSpPr>
        <p:spPr>
          <a:xfrm>
            <a:off x="5573389" y="980144"/>
            <a:ext cx="1283104" cy="83099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2"/>
                </a:solidFill>
                <a:latin typeface="+mj-ea"/>
                <a:ea typeface="+mj-ea"/>
              </a:rPr>
              <a:t>重投影函数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28B5330-3526-7E19-3C5C-A2C61D6A1543}"/>
              </a:ext>
            </a:extLst>
          </p:cNvPr>
          <p:cNvSpPr txBox="1"/>
          <p:nvPr/>
        </p:nvSpPr>
        <p:spPr>
          <a:xfrm>
            <a:off x="7173243" y="980144"/>
            <a:ext cx="1142669" cy="83099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2"/>
                </a:solidFill>
                <a:latin typeface="+mj-ea"/>
                <a:ea typeface="+mj-ea"/>
              </a:rPr>
              <a:t>重采样函数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2CAD68-7804-54E5-02F8-4844C5CC887F}"/>
              </a:ext>
            </a:extLst>
          </p:cNvPr>
          <p:cNvSpPr txBox="1"/>
          <p:nvPr/>
        </p:nvSpPr>
        <p:spPr>
          <a:xfrm>
            <a:off x="8632662" y="989136"/>
            <a:ext cx="1816827" cy="83099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2"/>
                </a:solidFill>
                <a:latin typeface="+mj-ea"/>
                <a:ea typeface="+mj-ea"/>
              </a:rPr>
              <a:t>转换参数计算函数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980B05-A4DB-2C72-ACDD-FD623E9BE1DB}"/>
              </a:ext>
            </a:extLst>
          </p:cNvPr>
          <p:cNvSpPr txBox="1"/>
          <p:nvPr/>
        </p:nvSpPr>
        <p:spPr>
          <a:xfrm>
            <a:off x="3822286" y="980144"/>
            <a:ext cx="1434353" cy="83099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2"/>
                </a:solidFill>
                <a:latin typeface="+mj-ea"/>
                <a:ea typeface="+mj-ea"/>
              </a:rPr>
              <a:t>投影定义函数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AB347A2D-DCDC-A3E3-481F-BBE1E0E46AB0}"/>
              </a:ext>
            </a:extLst>
          </p:cNvPr>
          <p:cNvCxnSpPr>
            <a:cxnSpLocks/>
            <a:stCxn id="13" idx="2"/>
          </p:cNvCxnSpPr>
          <p:nvPr/>
        </p:nvCxnSpPr>
        <p:spPr bwMode="auto">
          <a:xfrm flipH="1">
            <a:off x="3610232" y="1811141"/>
            <a:ext cx="929231" cy="863894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A82AF563-DFAF-9C78-CDDE-27E130C7216C}"/>
              </a:ext>
            </a:extLst>
          </p:cNvPr>
          <p:cNvCxnSpPr>
            <a:cxnSpLocks/>
            <a:stCxn id="10" idx="2"/>
          </p:cNvCxnSpPr>
          <p:nvPr/>
        </p:nvCxnSpPr>
        <p:spPr bwMode="auto">
          <a:xfrm flipH="1">
            <a:off x="5024264" y="1811141"/>
            <a:ext cx="1190677" cy="448712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D691697-875D-091F-B5B9-0FD204A5F15D}"/>
              </a:ext>
            </a:extLst>
          </p:cNvPr>
          <p:cNvCxnSpPr>
            <a:cxnSpLocks/>
            <a:stCxn id="11" idx="2"/>
          </p:cNvCxnSpPr>
          <p:nvPr/>
        </p:nvCxnSpPr>
        <p:spPr bwMode="auto">
          <a:xfrm flipH="1">
            <a:off x="6491098" y="1811141"/>
            <a:ext cx="1253480" cy="448712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2D5B1EF4-4F47-8DCC-E6FB-797ABA1AB8FA}"/>
              </a:ext>
            </a:extLst>
          </p:cNvPr>
          <p:cNvCxnSpPr>
            <a:cxnSpLocks/>
            <a:stCxn id="12" idx="2"/>
          </p:cNvCxnSpPr>
          <p:nvPr/>
        </p:nvCxnSpPr>
        <p:spPr bwMode="auto">
          <a:xfrm flipH="1">
            <a:off x="9177618" y="1820133"/>
            <a:ext cx="363458" cy="439720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858119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二、地理数据坐标系统可视化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138500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二、地理坐标系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C73F52-8630-3936-0F04-2680DDF7D3C8}"/>
              </a:ext>
            </a:extLst>
          </p:cNvPr>
          <p:cNvSpPr txBox="1"/>
          <p:nvPr/>
        </p:nvSpPr>
        <p:spPr>
          <a:xfrm>
            <a:off x="522513" y="936132"/>
            <a:ext cx="11110685" cy="3748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3200" b="1" dirty="0" err="1">
                <a:solidFill>
                  <a:srgbClr val="333333"/>
                </a:solidFill>
                <a:latin typeface="+mn-ea"/>
                <a:ea typeface="+mn-ea"/>
              </a:rPr>
              <a:t>Cartopy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开源库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简介：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C</a:t>
            </a:r>
            <a:r>
              <a:rPr lang="en-US" sz="2800" dirty="0" err="1">
                <a:solidFill>
                  <a:srgbClr val="333333"/>
                </a:solidFill>
                <a:latin typeface="+mn-ea"/>
                <a:ea typeface="+mn-ea"/>
              </a:rPr>
              <a:t>artopy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是英国气象局开发的用于绘制地图投影和地理数据可视化的</a:t>
            </a:r>
            <a:r>
              <a:rPr lang="en-US" sz="28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库。 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Cartopy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基于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matplotlib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构建编程接口，具备高效处理地理数据和投影的功能，利用其制作地图简单、直观。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7622013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二、地理坐标系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C73F52-8630-3936-0F04-2680DDF7D3C8}"/>
              </a:ext>
            </a:extLst>
          </p:cNvPr>
          <p:cNvSpPr txBox="1"/>
          <p:nvPr/>
        </p:nvSpPr>
        <p:spPr>
          <a:xfrm>
            <a:off x="413657" y="1015962"/>
            <a:ext cx="11328399" cy="5040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3200" b="1" dirty="0" err="1">
                <a:solidFill>
                  <a:srgbClr val="333333"/>
                </a:solidFill>
                <a:latin typeface="+mn-ea"/>
                <a:ea typeface="+mn-ea"/>
              </a:rPr>
              <a:t>Cartopy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开源库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定义投影坐标系：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cartopy.crs.xxxx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 (), 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xxxx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为坐标系名称。常用坐标系有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: 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PlateCarree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，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.Mercator(), UTM()..</a:t>
            </a:r>
          </a:p>
          <a:p>
            <a:pPr algn="just">
              <a:lnSpc>
                <a:spcPct val="20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设置显示范围：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ax.set_extent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()</a:t>
            </a:r>
          </a:p>
          <a:p>
            <a:pPr algn="just">
              <a:lnSpc>
                <a:spcPct val="20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添加地图要素：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ax.add_feature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cfeature.LAND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64620E-A837-9AC1-7875-9CB087F542B9}"/>
              </a:ext>
            </a:extLst>
          </p:cNvPr>
          <p:cNvSpPr txBox="1"/>
          <p:nvPr/>
        </p:nvSpPr>
        <p:spPr>
          <a:xfrm>
            <a:off x="9884230" y="6298351"/>
            <a:ext cx="215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solidFill>
                  <a:schemeClr val="accent2"/>
                </a:solidFill>
                <a:latin typeface="+mn-ea"/>
                <a:ea typeface="+mn-ea"/>
              </a:rPr>
              <a:t>…</a:t>
            </a:r>
            <a:r>
              <a:rPr lang="zh-CN" altLang="en-US" sz="1800" dirty="0">
                <a:solidFill>
                  <a:schemeClr val="accent2"/>
                </a:solidFill>
                <a:latin typeface="+mn-ea"/>
                <a:ea typeface="+mn-ea"/>
              </a:rPr>
              <a:t> </a:t>
            </a:r>
            <a:r>
              <a:rPr lang="en-US" sz="1800" dirty="0" err="1">
                <a:solidFill>
                  <a:schemeClr val="accent2"/>
                </a:solidFill>
                <a:latin typeface="+mn-ea"/>
                <a:ea typeface="+mn-ea"/>
              </a:rPr>
              <a:t>附代码演示</a:t>
            </a:r>
            <a:endParaRPr lang="en-CN" sz="1800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4353940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三、投影坐标系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660399" y="1013040"/>
            <a:ext cx="9593047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课后练习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3BC878-BC57-D350-27A3-F03AE48213AC}"/>
              </a:ext>
            </a:extLst>
          </p:cNvPr>
          <p:cNvSpPr txBox="1"/>
          <p:nvPr/>
        </p:nvSpPr>
        <p:spPr>
          <a:xfrm>
            <a:off x="660399" y="1783013"/>
            <a:ext cx="10747829" cy="667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200000"/>
              </a:lnSpc>
              <a:buAutoNum type="arabicPeriod"/>
            </a:pP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利用</a:t>
            </a:r>
            <a:r>
              <a:rPr lang="en-US" altLang="zh-CN" sz="2200" dirty="0" err="1">
                <a:solidFill>
                  <a:srgbClr val="333333"/>
                </a:solidFill>
                <a:latin typeface="+mn-ea"/>
                <a:ea typeface="+mn-ea"/>
              </a:rPr>
              <a:t>cartopy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对不同投影坐标系统下空间数据进行可视化展示。</a:t>
            </a:r>
            <a:endParaRPr lang="en-US" altLang="zh-CN" sz="2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957204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105164</TotalTime>
  <Words>495</Words>
  <Application>Microsoft Office PowerPoint</Application>
  <PresentationFormat>宽屏</PresentationFormat>
  <Paragraphs>65</Paragraphs>
  <Slides>12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黑体</vt:lpstr>
      <vt:lpstr>微软雅黑</vt:lpstr>
      <vt:lpstr>Arial</vt:lpstr>
      <vt:lpstr>Calibri</vt:lpstr>
      <vt:lpstr>Consolas</vt:lpstr>
      <vt:lpstr>Roboto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一、矢量数据坐标系统转换及可视化</vt:lpstr>
      <vt:lpstr>一、矢量数据坐标系统转换及可视化</vt:lpstr>
      <vt:lpstr>一、矢量数据坐标系统转换及可视化</vt:lpstr>
      <vt:lpstr>一、矢量数据坐标系统转换及可视化</vt:lpstr>
      <vt:lpstr>一、矢量数据坐标系统转换及可视化</vt:lpstr>
      <vt:lpstr>PowerPoint 演示文稿</vt:lpstr>
      <vt:lpstr>二、地理坐标系</vt:lpstr>
      <vt:lpstr>二、地理坐标系</vt:lpstr>
      <vt:lpstr>三、投影坐标系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13012</cp:revision>
  <dcterms:created xsi:type="dcterms:W3CDTF">2004-07-09T11:40:27Z</dcterms:created>
  <dcterms:modified xsi:type="dcterms:W3CDTF">2026-04-20T03:44:34Z</dcterms:modified>
</cp:coreProperties>
</file>