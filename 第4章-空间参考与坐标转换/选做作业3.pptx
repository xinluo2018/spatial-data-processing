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"/>
  </p:notesMasterIdLst>
  <p:handoutMasterIdLst>
    <p:handoutMasterId r:id="rId5"/>
  </p:handoutMasterIdLst>
  <p:sldIdLst>
    <p:sldId id="2812" r:id="rId3"/>
  </p:sldIdLst>
  <p:sldSz cx="12192000" cy="6858000"/>
  <p:notesSz cx="7099300" cy="10234613"/>
  <p:custDataLst>
    <p:tags r:id="rId6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EE019-CF9B-0E46-99FD-A69435707418}" v="47" dt="2024-04-14T13:42:17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4965" autoAdjust="0"/>
  </p:normalViewPr>
  <p:slideViewPr>
    <p:cSldViewPr snapToGrid="0">
      <p:cViewPr varScale="1">
        <p:scale>
          <a:sx n="59" d="100"/>
          <a:sy n="59" d="100"/>
        </p:scale>
        <p:origin x="51" y="114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undo custSel addSld delSld modSld sldOrd">
      <pc:chgData name="Xin Luo" userId="82312ee5779919a4" providerId="LiveId" clId="{6F4EE019-CF9B-0E46-99FD-A69435707418}" dt="2024-04-14T14:24:44.511" v="2505" actId="404"/>
      <pc:docMkLst>
        <pc:docMk/>
      </pc:docMkLst>
      <pc:sldChg chg="modSp mod">
        <pc:chgData name="Xin Luo" userId="82312ee5779919a4" providerId="LiveId" clId="{6F4EE019-CF9B-0E46-99FD-A69435707418}" dt="2024-04-14T05:52:00.889" v="166" actId="20577"/>
        <pc:sldMkLst>
          <pc:docMk/>
          <pc:sldMk cId="1576120367" sldId="2387"/>
        </pc:sldMkLst>
        <pc:spChg chg="mod">
          <ac:chgData name="Xin Luo" userId="82312ee5779919a4" providerId="LiveId" clId="{6F4EE019-CF9B-0E46-99FD-A69435707418}" dt="2024-04-14T05:47:53.569" v="109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6F4EE019-CF9B-0E46-99FD-A69435707418}" dt="2024-04-14T05:51:51.200" v="161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6F4EE019-CF9B-0E46-99FD-A69435707418}" dt="2024-04-14T05:52:00.889" v="166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5:58:19.523" v="187" actId="20577"/>
        <pc:sldMkLst>
          <pc:docMk/>
          <pc:sldMk cId="2415901206" sldId="2447"/>
        </pc:sldMkLst>
        <pc:spChg chg="mod">
          <ac:chgData name="Xin Luo" userId="82312ee5779919a4" providerId="LiveId" clId="{6F4EE019-CF9B-0E46-99FD-A69435707418}" dt="2024-04-14T05:58:19.523" v="18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4:24:44.511" v="2505" actId="404"/>
        <pc:sldMkLst>
          <pc:docMk/>
          <pc:sldMk cId="1658607177" sldId="2708"/>
        </pc:sldMkLst>
        <pc:spChg chg="mod">
          <ac:chgData name="Xin Luo" userId="82312ee5779919a4" providerId="LiveId" clId="{6F4EE019-CF9B-0E46-99FD-A69435707418}" dt="2024-04-14T05:45:35.680" v="50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6F4EE019-CF9B-0E46-99FD-A69435707418}" dt="2024-04-14T14:24:44.511" v="2505" actId="404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6:20:30.229" v="829" actId="20577"/>
        <pc:sldMkLst>
          <pc:docMk/>
          <pc:sldMk cId="481122590" sldId="2709"/>
        </pc:sldMkLst>
        <pc:spChg chg="mod">
          <ac:chgData name="Xin Luo" userId="82312ee5779919a4" providerId="LiveId" clId="{6F4EE019-CF9B-0E46-99FD-A69435707418}" dt="2024-04-14T06:20:30.229" v="8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">
        <pc:chgData name="Xin Luo" userId="82312ee5779919a4" providerId="LiveId" clId="{6F4EE019-CF9B-0E46-99FD-A69435707418}" dt="2024-04-14T14:23:28.998" v="2498" actId="20577"/>
        <pc:sldMkLst>
          <pc:docMk/>
          <pc:sldMk cId="3833073590" sldId="2716"/>
        </pc:sldMkLst>
        <pc:spChg chg="mod">
          <ac:chgData name="Xin Luo" userId="82312ee5779919a4" providerId="LiveId" clId="{6F4EE019-CF9B-0E46-99FD-A69435707418}" dt="2024-04-14T06:20:41.640" v="840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23:28.998" v="2498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06.974" v="1057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6F4EE019-CF9B-0E46-99FD-A69435707418}" dt="2024-04-14T06:20:36.969" v="83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mod">
        <pc:chgData name="Xin Luo" userId="82312ee5779919a4" providerId="LiveId" clId="{6F4EE019-CF9B-0E46-99FD-A69435707418}" dt="2024-04-14T08:22:07.674" v="1558" actId="20577"/>
        <pc:sldMkLst>
          <pc:docMk/>
          <pc:sldMk cId="972163772" sldId="2720"/>
        </pc:sldMkLst>
        <pc:spChg chg="mod">
          <ac:chgData name="Xin Luo" userId="82312ee5779919a4" providerId="LiveId" clId="{6F4EE019-CF9B-0E46-99FD-A69435707418}" dt="2024-04-14T08:22:07.674" v="155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3:43:01.397" v="1702" actId="20577"/>
        <pc:sldMkLst>
          <pc:docMk/>
          <pc:sldMk cId="2689695864" sldId="2721"/>
        </pc:sldMkLst>
        <pc:spChg chg="mod">
          <ac:chgData name="Xin Luo" userId="82312ee5779919a4" providerId="LiveId" clId="{6F4EE019-CF9B-0E46-99FD-A69435707418}" dt="2024-04-14T13:43:01.397" v="1702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8:22:39.042" v="1576" actId="20577"/>
          <ac:spMkLst>
            <pc:docMk/>
            <pc:sldMk cId="2689695864" sldId="272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25:46.402" v="1647" actId="2710"/>
          <ac:spMkLst>
            <pc:docMk/>
            <pc:sldMk cId="2689695864" sldId="2721"/>
            <ac:spMk id="17" creationId="{9E05FFCA-3371-AF5C-381D-71D984055F5A}"/>
          </ac:spMkLst>
        </pc:spChg>
      </pc:sldChg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modSp mod">
        <pc:chgData name="Xin Luo" userId="82312ee5779919a4" providerId="LiveId" clId="{6F4EE019-CF9B-0E46-99FD-A69435707418}" dt="2024-04-14T14:23:05.135" v="2470" actId="20577"/>
        <pc:sldMkLst>
          <pc:docMk/>
          <pc:sldMk cId="1125183986" sldId="2760"/>
        </pc:sldMkLst>
        <pc:spChg chg="mod">
          <ac:chgData name="Xin Luo" userId="82312ee5779919a4" providerId="LiveId" clId="{6F4EE019-CF9B-0E46-99FD-A69435707418}" dt="2024-04-14T14:23:05.135" v="2470" actId="20577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14:22:09.384" v="2446" actId="1036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  <pc:sldChg chg="addSp delSp modSp add mod ord">
        <pc:chgData name="Xin Luo" userId="82312ee5779919a4" providerId="LiveId" clId="{6F4EE019-CF9B-0E46-99FD-A69435707418}" dt="2024-04-14T06:19:11.497" v="793" actId="20577"/>
        <pc:sldMkLst>
          <pc:docMk/>
          <pc:sldMk cId="2024411194" sldId="2761"/>
        </pc:sldMkLst>
        <pc:spChg chg="mod">
          <ac:chgData name="Xin Luo" userId="82312ee5779919a4" providerId="LiveId" clId="{6F4EE019-CF9B-0E46-99FD-A69435707418}" dt="2024-04-14T06:19:11.497" v="793" actId="20577"/>
          <ac:spMkLst>
            <pc:docMk/>
            <pc:sldMk cId="2024411194" sldId="276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5:58:36.924" v="206" actId="20577"/>
          <ac:spMkLst>
            <pc:docMk/>
            <pc:sldMk cId="2024411194" sldId="276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6:07:00.345" v="396" actId="14100"/>
          <ac:spMkLst>
            <pc:docMk/>
            <pc:sldMk cId="2024411194" sldId="2761"/>
            <ac:spMk id="6" creationId="{6741FEA2-C046-FD82-2800-2CB513792080}"/>
          </ac:spMkLst>
        </pc:spChg>
        <pc:picChg chg="add mod">
          <ac:chgData name="Xin Luo" userId="82312ee5779919a4" providerId="LiveId" clId="{6F4EE019-CF9B-0E46-99FD-A69435707418}" dt="2024-04-14T06:07:06.005" v="398" actId="1076"/>
          <ac:picMkLst>
            <pc:docMk/>
            <pc:sldMk cId="2024411194" sldId="2761"/>
            <ac:picMk id="4" creationId="{9B747F7A-F4EF-8227-F557-9E225EE5CE74}"/>
          </ac:picMkLst>
        </pc:picChg>
        <pc:picChg chg="del">
          <ac:chgData name="Xin Luo" userId="82312ee5779919a4" providerId="LiveId" clId="{6F4EE019-CF9B-0E46-99FD-A69435707418}" dt="2024-04-14T05:58:54.119" v="207" actId="478"/>
          <ac:picMkLst>
            <pc:docMk/>
            <pc:sldMk cId="2024411194" sldId="2761"/>
            <ac:picMk id="1030" creationId="{C93DB76E-C02F-05AC-2014-674F7E808ADA}"/>
          </ac:picMkLst>
        </pc:picChg>
      </pc:sldChg>
      <pc:sldChg chg="addSp delSp modSp add mod">
        <pc:chgData name="Xin Luo" userId="82312ee5779919a4" providerId="LiveId" clId="{6F4EE019-CF9B-0E46-99FD-A69435707418}" dt="2024-04-14T06:18:47.790" v="776" actId="207"/>
        <pc:sldMkLst>
          <pc:docMk/>
          <pc:sldMk cId="2062870849" sldId="2762"/>
        </pc:sldMkLst>
        <pc:spChg chg="mod">
          <ac:chgData name="Xin Luo" userId="82312ee5779919a4" providerId="LiveId" clId="{6F4EE019-CF9B-0E46-99FD-A69435707418}" dt="2024-04-14T06:08:15.555" v="435" actId="20577"/>
          <ac:spMkLst>
            <pc:docMk/>
            <pc:sldMk cId="2062870849" sldId="2762"/>
            <ac:spMk id="2" creationId="{631AADB6-C88A-D817-4683-FC087E4E240F}"/>
          </ac:spMkLst>
        </pc:spChg>
        <pc:spChg chg="del">
          <ac:chgData name="Xin Luo" userId="82312ee5779919a4" providerId="LiveId" clId="{6F4EE019-CF9B-0E46-99FD-A69435707418}" dt="2024-04-14T06:05:08.459" v="383" actId="478"/>
          <ac:spMkLst>
            <pc:docMk/>
            <pc:sldMk cId="2062870849" sldId="2762"/>
            <ac:spMk id="6" creationId="{6741FEA2-C046-FD82-2800-2CB513792080}"/>
          </ac:spMkLst>
        </pc:spChg>
        <pc:spChg chg="add mod">
          <ac:chgData name="Xin Luo" userId="82312ee5779919a4" providerId="LiveId" clId="{6F4EE019-CF9B-0E46-99FD-A69435707418}" dt="2024-04-14T06:18:47.790" v="776" actId="207"/>
          <ac:spMkLst>
            <pc:docMk/>
            <pc:sldMk cId="2062870849" sldId="2762"/>
            <ac:spMk id="8" creationId="{CF0A46FB-7B1F-38BA-4783-7D8B17F03C9F}"/>
          </ac:spMkLst>
        </pc:spChg>
        <pc:picChg chg="add del mod">
          <ac:chgData name="Xin Luo" userId="82312ee5779919a4" providerId="LiveId" clId="{6F4EE019-CF9B-0E46-99FD-A69435707418}" dt="2024-04-14T06:07:10.281" v="399" actId="478"/>
          <ac:picMkLst>
            <pc:docMk/>
            <pc:sldMk cId="2062870849" sldId="2762"/>
            <ac:picMk id="5" creationId="{7F85D973-1C4E-01A4-27F4-270B00862B54}"/>
          </ac:picMkLst>
        </pc:picChg>
      </pc:sldChg>
      <pc:sldChg chg="modSp add mod">
        <pc:chgData name="Xin Luo" userId="82312ee5779919a4" providerId="LiveId" clId="{6F4EE019-CF9B-0E46-99FD-A69435707418}" dt="2024-04-14T14:23:42.622" v="2501" actId="20577"/>
        <pc:sldMkLst>
          <pc:docMk/>
          <pc:sldMk cId="2609645228" sldId="2763"/>
        </pc:sldMkLst>
        <pc:spChg chg="mod">
          <ac:chgData name="Xin Luo" userId="82312ee5779919a4" providerId="LiveId" clId="{6F4EE019-CF9B-0E46-99FD-A69435707418}" dt="2024-04-14T14:23:42.622" v="2501" actId="20577"/>
          <ac:spMkLst>
            <pc:docMk/>
            <pc:sldMk cId="2609645228" sldId="2763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17.440" v="1066" actId="20577"/>
          <ac:spMkLst>
            <pc:docMk/>
            <pc:sldMk cId="2609645228" sldId="2763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6F4EE019-CF9B-0E46-99FD-A69435707418}" dt="2024-04-14T14:23:47.864" v="2502"/>
        <pc:sldMkLst>
          <pc:docMk/>
          <pc:sldMk cId="3506380824" sldId="2764"/>
        </pc:sldMkLst>
        <pc:spChg chg="mod">
          <ac:chgData name="Xin Luo" userId="82312ee5779919a4" providerId="LiveId" clId="{6F4EE019-CF9B-0E46-99FD-A69435707418}" dt="2024-04-14T14:23:47.864" v="2502"/>
          <ac:spMkLst>
            <pc:docMk/>
            <pc:sldMk cId="3506380824" sldId="2764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19:51.386" v="1531" actId="2710"/>
          <ac:spMkLst>
            <pc:docMk/>
            <pc:sldMk cId="3506380824" sldId="2764"/>
            <ac:spMk id="6" creationId="{6741FEA2-C046-FD82-2800-2CB513792080}"/>
          </ac:spMkLst>
        </pc:spChg>
        <pc:spChg chg="add del">
          <ac:chgData name="Xin Luo" userId="82312ee5779919a4" providerId="LiveId" clId="{6F4EE019-CF9B-0E46-99FD-A69435707418}" dt="2024-04-14T08:16:38.996" v="1342" actId="22"/>
          <ac:spMkLst>
            <pc:docMk/>
            <pc:sldMk cId="3506380824" sldId="2764"/>
            <ac:spMk id="9" creationId="{1650CDD0-BAB5-BD6C-229A-CEDC2E2D3701}"/>
          </ac:spMkLst>
        </pc:spChg>
        <pc:graphicFrameChg chg="add del mod modGraphic">
          <ac:chgData name="Xin Luo" userId="82312ee5779919a4" providerId="LiveId" clId="{6F4EE019-CF9B-0E46-99FD-A69435707418}" dt="2024-04-14T08:19:45.263" v="1529" actId="478"/>
          <ac:graphicFrameMkLst>
            <pc:docMk/>
            <pc:sldMk cId="3506380824" sldId="2764"/>
            <ac:graphicFrameMk id="4" creationId="{609DF2EF-906B-9309-09E5-31320FE3F8F1}"/>
          </ac:graphicFrameMkLst>
        </pc:graphicFrameChg>
        <pc:graphicFrameChg chg="add mod modGraphic">
          <ac:chgData name="Xin Luo" userId="82312ee5779919a4" providerId="LiveId" clId="{6F4EE019-CF9B-0E46-99FD-A69435707418}" dt="2024-04-14T13:14:20.275" v="1648" actId="113"/>
          <ac:graphicFrameMkLst>
            <pc:docMk/>
            <pc:sldMk cId="3506380824" sldId="2764"/>
            <ac:graphicFrameMk id="5" creationId="{842BFBCA-9573-0586-F7F4-02CC91863DEB}"/>
          </ac:graphicFrameMkLst>
        </pc:graphicFrameChg>
        <pc:picChg chg="add del mod">
          <ac:chgData name="Xin Luo" userId="82312ee5779919a4" providerId="LiveId" clId="{6F4EE019-CF9B-0E46-99FD-A69435707418}" dt="2024-04-14T08:04:44.592" v="1089" actId="478"/>
          <ac:picMkLst>
            <pc:docMk/>
            <pc:sldMk cId="3506380824" sldId="2764"/>
            <ac:picMk id="1026" creationId="{ADCB918E-8C74-9D27-3542-C8AA90FF7EC1}"/>
          </ac:picMkLst>
        </pc:picChg>
        <pc:inkChg chg="add del">
          <ac:chgData name="Xin Luo" userId="82312ee5779919a4" providerId="LiveId" clId="{6F4EE019-CF9B-0E46-99FD-A69435707418}" dt="2024-04-14T08:16:05.977" v="1336" actId="9405"/>
          <ac:inkMkLst>
            <pc:docMk/>
            <pc:sldMk cId="3506380824" sldId="2764"/>
            <ac:inkMk id="7" creationId="{EE9E4CBE-E9DA-D39D-6F30-F3FDC864A3EF}"/>
          </ac:inkMkLst>
        </pc:inkChg>
      </pc:sldChg>
      <pc:sldChg chg="modSp add mod">
        <pc:chgData name="Xin Luo" userId="82312ee5779919a4" providerId="LiveId" clId="{6F4EE019-CF9B-0E46-99FD-A69435707418}" dt="2024-04-14T14:09:24.628" v="2284" actId="1076"/>
        <pc:sldMkLst>
          <pc:docMk/>
          <pc:sldMk cId="1464806993" sldId="2765"/>
        </pc:sldMkLst>
        <pc:spChg chg="mod">
          <ac:chgData name="Xin Luo" userId="82312ee5779919a4" providerId="LiveId" clId="{6F4EE019-CF9B-0E46-99FD-A69435707418}" dt="2024-04-14T13:46:23.086" v="2012" actId="20577"/>
          <ac:spMkLst>
            <pc:docMk/>
            <pc:sldMk cId="1464806993" sldId="2765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09:24.628" v="2284" actId="1076"/>
          <ac:spMkLst>
            <pc:docMk/>
            <pc:sldMk cId="1464806993" sldId="2765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3D62-DF52-6740-76DE-6CC2430E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6C54D8-A128-6712-34EE-ED021CCCC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C3FEC6-D6F7-51ED-22AA-653FE6931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1773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5791-00B9-EAF3-57E8-63700416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599147-F7E0-A072-D2F4-32A3EB8C3CEA}"/>
              </a:ext>
            </a:extLst>
          </p:cNvPr>
          <p:cNvSpPr txBox="1"/>
          <p:nvPr/>
        </p:nvSpPr>
        <p:spPr>
          <a:xfrm>
            <a:off x="1054100" y="933566"/>
            <a:ext cx="10102850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选做作业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  <a:ea typeface="+mn-ea"/>
              </a:rPr>
              <a:t>2-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云南省湖泊与河流数据可视化分析</a:t>
            </a:r>
            <a:endParaRPr lang="en-US" altLang="zh-CN" sz="3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D977D8-CE03-48F1-AF70-A7F5B37A4466}"/>
              </a:ext>
            </a:extLst>
          </p:cNvPr>
          <p:cNvSpPr txBox="1"/>
          <p:nvPr/>
        </p:nvSpPr>
        <p:spPr>
          <a:xfrm>
            <a:off x="1982231" y="6294821"/>
            <a:ext cx="8227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数据获取途径：https://www.hydrosheds.org/products/hydrolakes</a:t>
            </a: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83D51E99-1A6B-9657-ED4A-C80DD3071685}"/>
              </a:ext>
            </a:extLst>
          </p:cNvPr>
          <p:cNvSpPr txBox="1"/>
          <p:nvPr/>
        </p:nvSpPr>
        <p:spPr>
          <a:xfrm>
            <a:off x="698501" y="1771333"/>
            <a:ext cx="10775949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作业数据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b="1" dirty="0" err="1">
                <a:solidFill>
                  <a:srgbClr val="333333"/>
                </a:solidFill>
                <a:latin typeface="+mn-ea"/>
                <a:ea typeface="+mn-ea"/>
              </a:rPr>
              <a:t>HydroLake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数据集、</a:t>
            </a:r>
            <a:r>
              <a:rPr lang="en-US" altLang="zh-CN" b="1" dirty="0">
                <a:solidFill>
                  <a:srgbClr val="333333"/>
                </a:solidFill>
                <a:latin typeface="+mn-ea"/>
                <a:ea typeface="+mn-ea"/>
              </a:rPr>
              <a:t>DEM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数据、遥感影像等。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作业内容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）采用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rasterio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dirty="0" err="1">
                <a:solidFill>
                  <a:srgbClr val="333333"/>
                </a:solidFill>
                <a:latin typeface="+mn-ea"/>
                <a:ea typeface="+mn-ea"/>
              </a:rPr>
              <a:t>cartopy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等开源库对云南省湖泊河流数据进行展示；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）对云南省湖泊与河流属性信息进行统计与可视化分析；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作业提交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格式实验文档（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markdown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转换），作业文件不超过</a:t>
            </a:r>
            <a:r>
              <a:rPr lang="en-US" altLang="zh-CN" dirty="0">
                <a:solidFill>
                  <a:srgbClr val="333333"/>
                </a:solidFill>
                <a:latin typeface="+mn-ea"/>
                <a:ea typeface="+mn-ea"/>
              </a:rPr>
              <a:t>1M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；要求格式规范、内容准确、实验细节充分，且包含实验总结。</a:t>
            </a:r>
            <a:endParaRPr lang="en-US" altLang="zh-CN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b="1" u="sng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b="1" u="sng" dirty="0">
                <a:solidFill>
                  <a:srgbClr val="FF0000"/>
                </a:solidFill>
                <a:latin typeface="+mn-ea"/>
                <a:ea typeface="+mn-ea"/>
              </a:rPr>
              <a:t>星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               </a:t>
            </a:r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b="1" u="sng" dirty="0">
                <a:solidFill>
                  <a:srgbClr val="FF0000"/>
                </a:solidFill>
                <a:latin typeface="+mn-ea"/>
                <a:ea typeface="+mn-ea"/>
              </a:rPr>
              <a:t>2026</a:t>
            </a:r>
            <a:r>
              <a:rPr lang="zh-CN" altLang="en-US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b="1" u="sng" dirty="0">
                <a:solidFill>
                  <a:srgbClr val="FF0000"/>
                </a:solidFill>
                <a:latin typeface="+mn-ea"/>
                <a:ea typeface="+mn-ea"/>
              </a:rPr>
              <a:t>5</a:t>
            </a:r>
            <a:r>
              <a:rPr lang="zh-CN" altLang="en-US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b="1" u="sng" dirty="0">
                <a:solidFill>
                  <a:srgbClr val="FF0000"/>
                </a:solidFill>
                <a:latin typeface="+mn-ea"/>
                <a:ea typeface="+mn-ea"/>
              </a:rPr>
              <a:t>31</a:t>
            </a:r>
            <a:r>
              <a:rPr lang="zh-CN" altLang="en-US" b="1" u="sng" dirty="0">
                <a:solidFill>
                  <a:srgbClr val="FF0000"/>
                </a:solidFill>
                <a:latin typeface="+mn-ea"/>
                <a:ea typeface="+mn-ea"/>
              </a:rPr>
              <a:t>日</a:t>
            </a:r>
            <a:endParaRPr lang="en-US" altLang="zh-CN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3D7588-A3D5-A47E-1862-29981F7C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选做作业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54267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</TotalTime>
  <Words>131</Words>
  <Application>Microsoft Office PowerPoint</Application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选做作业2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33</cp:revision>
  <dcterms:created xsi:type="dcterms:W3CDTF">2004-07-09T11:40:27Z</dcterms:created>
  <dcterms:modified xsi:type="dcterms:W3CDTF">2026-04-16T07:20:02Z</dcterms:modified>
</cp:coreProperties>
</file>