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7"/>
  </p:notesMasterIdLst>
  <p:handoutMasterIdLst>
    <p:handoutMasterId r:id="rId18"/>
  </p:handoutMasterIdLst>
  <p:sldIdLst>
    <p:sldId id="2708" r:id="rId3"/>
    <p:sldId id="2387" r:id="rId4"/>
    <p:sldId id="2447" r:id="rId5"/>
    <p:sldId id="2716" r:id="rId6"/>
    <p:sldId id="2765" r:id="rId7"/>
    <p:sldId id="2766" r:id="rId8"/>
    <p:sldId id="2763" r:id="rId9"/>
    <p:sldId id="2770" r:id="rId10"/>
    <p:sldId id="2764" r:id="rId11"/>
    <p:sldId id="2709" r:id="rId12"/>
    <p:sldId id="2762" r:id="rId13"/>
    <p:sldId id="2767" r:id="rId14"/>
    <p:sldId id="2771" r:id="rId15"/>
    <p:sldId id="2760" r:id="rId16"/>
  </p:sldIdLst>
  <p:sldSz cx="12192000" cy="6858000"/>
  <p:notesSz cx="7099300" cy="10234613"/>
  <p:custDataLst>
    <p:tags r:id="rId19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D5BF7-97E8-7843-9DA0-39A524779207}" v="34" dt="2024-04-21T08:30:27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/>
    <p:restoredTop sz="87211"/>
  </p:normalViewPr>
  <p:slideViewPr>
    <p:cSldViewPr snapToGrid="0">
      <p:cViewPr>
        <p:scale>
          <a:sx n="66" d="100"/>
          <a:sy n="66" d="100"/>
        </p:scale>
        <p:origin x="633" y="279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delSld">
      <pc:chgData name="Xin Luo" userId="82312ee5779919a4" providerId="LiveId" clId="{6F4EE019-CF9B-0E46-99FD-A69435707418}" dt="2024-04-14T01:59:58.456" v="13" actId="2696"/>
      <pc:docMkLst>
        <pc:docMk/>
      </pc:docMkLst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187D5BF7-97E8-7843-9DA0-39A524779207}"/>
    <pc:docChg chg="undo custSel addSld delSld modSld">
      <pc:chgData name="Xin Luo" userId="82312ee5779919a4" providerId="LiveId" clId="{187D5BF7-97E8-7843-9DA0-39A524779207}" dt="2024-05-01T07:15:04.651" v="3024" actId="2696"/>
      <pc:docMkLst>
        <pc:docMk/>
      </pc:docMkLst>
      <pc:sldChg chg="modSp mod">
        <pc:chgData name="Xin Luo" userId="82312ee5779919a4" providerId="LiveId" clId="{187D5BF7-97E8-7843-9DA0-39A524779207}" dt="2024-04-21T14:13:45.482" v="2815" actId="20577"/>
        <pc:sldMkLst>
          <pc:docMk/>
          <pc:sldMk cId="1576120367" sldId="2387"/>
        </pc:sldMkLst>
        <pc:spChg chg="mod">
          <ac:chgData name="Xin Luo" userId="82312ee5779919a4" providerId="LiveId" clId="{187D5BF7-97E8-7843-9DA0-39A524779207}" dt="2024-04-21T14:13:45.482" v="2815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187D5BF7-97E8-7843-9DA0-39A524779207}" dt="2024-04-20T13:57:25.591" v="138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187D5BF7-97E8-7843-9DA0-39A524779207}" dt="2024-04-21T01:47:21.308" v="857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4:35.688" v="2833" actId="20577"/>
        <pc:sldMkLst>
          <pc:docMk/>
          <pc:sldMk cId="2415901206" sldId="2447"/>
        </pc:sldMkLst>
        <pc:spChg chg="mod">
          <ac:chgData name="Xin Luo" userId="82312ee5779919a4" providerId="LiveId" clId="{187D5BF7-97E8-7843-9DA0-39A524779207}" dt="2024-04-21T14:14:35.688" v="2833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4:22.086" v="2832" actId="20577"/>
        <pc:sldMkLst>
          <pc:docMk/>
          <pc:sldMk cId="1658607177" sldId="2708"/>
        </pc:sldMkLst>
        <pc:spChg chg="mod">
          <ac:chgData name="Xin Luo" userId="82312ee5779919a4" providerId="LiveId" clId="{187D5BF7-97E8-7843-9DA0-39A524779207}" dt="2024-04-21T14:14:22.086" v="2832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5:29.895" v="2957" actId="20577"/>
        <pc:sldMkLst>
          <pc:docMk/>
          <pc:sldMk cId="481122590" sldId="2709"/>
        </pc:sldMkLst>
        <pc:spChg chg="mod">
          <ac:chgData name="Xin Luo" userId="82312ee5779919a4" providerId="LiveId" clId="{187D5BF7-97E8-7843-9DA0-39A524779207}" dt="2024-04-21T14:15:29.895" v="2957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187D5BF7-97E8-7843-9DA0-39A524779207}" dt="2024-04-21T14:14:43.686" v="2851" actId="20577"/>
        <pc:sldMkLst>
          <pc:docMk/>
          <pc:sldMk cId="3833073590" sldId="2716"/>
        </pc:sldMkLst>
        <pc:spChg chg="mod">
          <ac:chgData name="Xin Luo" userId="82312ee5779919a4" providerId="LiveId" clId="{187D5BF7-97E8-7843-9DA0-39A524779207}" dt="2024-04-21T14:14:43.686" v="2851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40:17.952" v="1182" actId="20577"/>
          <ac:spMkLst>
            <pc:docMk/>
            <pc:sldMk cId="3833073590" sldId="2716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0T15:01:33.617" v="355" actId="1582"/>
          <ac:spMkLst>
            <pc:docMk/>
            <pc:sldMk cId="3833073590" sldId="2716"/>
            <ac:spMk id="14" creationId="{084215D2-51AA-F394-B2FF-B164EF96A1FA}"/>
          </ac:spMkLst>
        </pc:spChg>
        <pc:spChg chg="add mod">
          <ac:chgData name="Xin Luo" userId="82312ee5779919a4" providerId="LiveId" clId="{187D5BF7-97E8-7843-9DA0-39A524779207}" dt="2024-04-20T15:01:37.791" v="357" actId="1076"/>
          <ac:spMkLst>
            <pc:docMk/>
            <pc:sldMk cId="3833073590" sldId="2716"/>
            <ac:spMk id="15" creationId="{1417B587-7A11-20A8-784E-DD1689C615FA}"/>
          </ac:spMkLst>
        </pc:spChg>
        <pc:picChg chg="add del mod">
          <ac:chgData name="Xin Luo" userId="82312ee5779919a4" providerId="LiveId" clId="{187D5BF7-97E8-7843-9DA0-39A524779207}" dt="2024-04-20T14:51:05.413" v="152" actId="478"/>
          <ac:picMkLst>
            <pc:docMk/>
            <pc:sldMk cId="3833073590" sldId="2716"/>
            <ac:picMk id="4" creationId="{C21A5938-B87F-8F02-821A-4816CA860FFB}"/>
          </ac:picMkLst>
        </pc:picChg>
        <pc:picChg chg="add mod">
          <ac:chgData name="Xin Luo" userId="82312ee5779919a4" providerId="LiveId" clId="{187D5BF7-97E8-7843-9DA0-39A524779207}" dt="2024-04-20T15:01:49.692" v="359" actId="208"/>
          <ac:picMkLst>
            <pc:docMk/>
            <pc:sldMk cId="3833073590" sldId="2716"/>
            <ac:picMk id="7" creationId="{CDF43AFE-15CB-67F2-2BFA-98CB2C3B6051}"/>
          </ac:picMkLst>
        </pc:picChg>
        <pc:picChg chg="add mod">
          <ac:chgData name="Xin Luo" userId="82312ee5779919a4" providerId="LiveId" clId="{187D5BF7-97E8-7843-9DA0-39A524779207}" dt="2024-04-20T15:01:51.834" v="360" actId="208"/>
          <ac:picMkLst>
            <pc:docMk/>
            <pc:sldMk cId="3833073590" sldId="2716"/>
            <ac:picMk id="9" creationId="{8A1A6191-4613-890C-D272-626950D3EBFE}"/>
          </ac:picMkLst>
        </pc:picChg>
        <pc:picChg chg="add del mod modCrop">
          <ac:chgData name="Xin Luo" userId="82312ee5779919a4" providerId="LiveId" clId="{187D5BF7-97E8-7843-9DA0-39A524779207}" dt="2024-04-20T15:00:26.500" v="335" actId="478"/>
          <ac:picMkLst>
            <pc:docMk/>
            <pc:sldMk cId="3833073590" sldId="2716"/>
            <ac:picMk id="11" creationId="{1295C502-2A41-1636-0935-7920414449D2}"/>
          </ac:picMkLst>
        </pc:picChg>
        <pc:picChg chg="add mod modCrop">
          <ac:chgData name="Xin Luo" userId="82312ee5779919a4" providerId="LiveId" clId="{187D5BF7-97E8-7843-9DA0-39A524779207}" dt="2024-04-20T15:01:45.302" v="358" actId="208"/>
          <ac:picMkLst>
            <pc:docMk/>
            <pc:sldMk cId="3833073590" sldId="2716"/>
            <ac:picMk id="13" creationId="{74E089A0-6D6F-AFD4-316B-7C94A35065FB}"/>
          </ac:picMkLst>
        </pc:picChg>
      </pc:sldChg>
      <pc:sldChg chg="modSp mod">
        <pc:chgData name="Xin Luo" userId="82312ee5779919a4" providerId="LiveId" clId="{187D5BF7-97E8-7843-9DA0-39A524779207}" dt="2024-04-21T14:16:02.937" v="3023"/>
        <pc:sldMkLst>
          <pc:docMk/>
          <pc:sldMk cId="1125183986" sldId="2760"/>
        </pc:sldMkLst>
        <pc:spChg chg="mod">
          <ac:chgData name="Xin Luo" userId="82312ee5779919a4" providerId="LiveId" clId="{187D5BF7-97E8-7843-9DA0-39A524779207}" dt="2024-04-21T14:16:02.937" v="3023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8:29:34.979" v="2213" actId="1035"/>
          <ac:spMkLst>
            <pc:docMk/>
            <pc:sldMk cId="1125183986" sldId="2760"/>
            <ac:spMk id="11" creationId="{53A7E693-8098-76C4-CD5D-47166ABEB164}"/>
          </ac:spMkLst>
        </pc:spChg>
        <pc:spChg chg="mod">
          <ac:chgData name="Xin Luo" userId="82312ee5779919a4" providerId="LiveId" clId="{187D5BF7-97E8-7843-9DA0-39A524779207}" dt="2024-04-21T08:54:55.868" v="2813" actId="20577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187D5BF7-97E8-7843-9DA0-39A524779207}" dt="2024-04-20T14:01:03.042" v="144" actId="2696"/>
        <pc:sldMkLst>
          <pc:docMk/>
          <pc:sldMk cId="1177607245" sldId="2761"/>
        </pc:sldMkLst>
      </pc:sldChg>
      <pc:sldChg chg="addSp delSp modSp mod">
        <pc:chgData name="Xin Luo" userId="82312ee5779919a4" providerId="LiveId" clId="{187D5BF7-97E8-7843-9DA0-39A524779207}" dt="2024-04-21T14:15:36.853" v="2976" actId="20577"/>
        <pc:sldMkLst>
          <pc:docMk/>
          <pc:sldMk cId="2372094037" sldId="2762"/>
        </pc:sldMkLst>
        <pc:spChg chg="mod">
          <ac:chgData name="Xin Luo" userId="82312ee5779919a4" providerId="LiveId" clId="{187D5BF7-97E8-7843-9DA0-39A524779207}" dt="2024-04-21T03:17:49.637" v="1226" actId="20577"/>
          <ac:spMkLst>
            <pc:docMk/>
            <pc:sldMk cId="2372094037" sldId="2762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36.853" v="2976" actId="20577"/>
          <ac:spMkLst>
            <pc:docMk/>
            <pc:sldMk cId="2372094037" sldId="2762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3:18:28.710" v="1320" actId="20577"/>
          <ac:spMkLst>
            <pc:docMk/>
            <pc:sldMk cId="2372094037" sldId="2762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1T03:29:54.455" v="1353" actId="1076"/>
          <ac:spMkLst>
            <pc:docMk/>
            <pc:sldMk cId="2372094037" sldId="2762"/>
            <ac:spMk id="11" creationId="{77EDA7B9-C8A5-AC7C-6A0D-2D8A5C1B3DAD}"/>
          </ac:spMkLst>
        </pc:spChg>
        <pc:picChg chg="add mod modCrop">
          <ac:chgData name="Xin Luo" userId="82312ee5779919a4" providerId="LiveId" clId="{187D5BF7-97E8-7843-9DA0-39A524779207}" dt="2024-04-21T03:26:44.343" v="1339" actId="1076"/>
          <ac:picMkLst>
            <pc:docMk/>
            <pc:sldMk cId="2372094037" sldId="2762"/>
            <ac:picMk id="5" creationId="{21D982DC-A933-6982-C91E-8C245B4D6674}"/>
          </ac:picMkLst>
        </pc:picChg>
        <pc:picChg chg="add del mod">
          <ac:chgData name="Xin Luo" userId="82312ee5779919a4" providerId="LiveId" clId="{187D5BF7-97E8-7843-9DA0-39A524779207}" dt="2024-04-21T03:26:33.440" v="1334" actId="478"/>
          <ac:picMkLst>
            <pc:docMk/>
            <pc:sldMk cId="2372094037" sldId="2762"/>
            <ac:picMk id="8" creationId="{D2FFFAF9-3046-8B34-DB7D-348A034D547A}"/>
          </ac:picMkLst>
        </pc:picChg>
        <pc:picChg chg="add del mod">
          <ac:chgData name="Xin Luo" userId="82312ee5779919a4" providerId="LiveId" clId="{187D5BF7-97E8-7843-9DA0-39A524779207}" dt="2024-04-21T03:26:34.139" v="1335" actId="478"/>
          <ac:picMkLst>
            <pc:docMk/>
            <pc:sldMk cId="2372094037" sldId="2762"/>
            <ac:picMk id="10" creationId="{0A55C400-60D0-7E2B-02E8-6C6586AB3DBD}"/>
          </ac:picMkLst>
        </pc:picChg>
      </pc:sldChg>
      <pc:sldChg chg="del">
        <pc:chgData name="Xin Luo" userId="82312ee5779919a4" providerId="LiveId" clId="{187D5BF7-97E8-7843-9DA0-39A524779207}" dt="2024-04-20T14:00:59.987" v="142" actId="2696"/>
        <pc:sldMkLst>
          <pc:docMk/>
          <pc:sldMk cId="1735176010" sldId="2763"/>
        </pc:sldMkLst>
      </pc:sldChg>
      <pc:sldChg chg="addSp delSp modSp add mod">
        <pc:chgData name="Xin Luo" userId="82312ee5779919a4" providerId="LiveId" clId="{187D5BF7-97E8-7843-9DA0-39A524779207}" dt="2024-04-21T14:15:17.052" v="2933" actId="20577"/>
        <pc:sldMkLst>
          <pc:docMk/>
          <pc:sldMk cId="2347239804" sldId="2763"/>
        </pc:sldMkLst>
        <pc:spChg chg="mod">
          <ac:chgData name="Xin Luo" userId="82312ee5779919a4" providerId="LiveId" clId="{187D5BF7-97E8-7843-9DA0-39A524779207}" dt="2024-04-21T14:15:17.052" v="2933" actId="20577"/>
          <ac:spMkLst>
            <pc:docMk/>
            <pc:sldMk cId="2347239804" sldId="2763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1:46:27.223" v="839" actId="1035"/>
          <ac:spMkLst>
            <pc:docMk/>
            <pc:sldMk cId="2347239804" sldId="2763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0T15:18:10.571" v="632" actId="404"/>
          <ac:spMkLst>
            <pc:docMk/>
            <pc:sldMk cId="2347239804" sldId="2763"/>
            <ac:spMk id="11" creationId="{F177FF3D-CD3C-12D5-BADF-53A626EE3427}"/>
          </ac:spMkLst>
        </pc:spChg>
        <pc:spChg chg="del">
          <ac:chgData name="Xin Luo" userId="82312ee5779919a4" providerId="LiveId" clId="{187D5BF7-97E8-7843-9DA0-39A524779207}" dt="2024-04-20T15:02:15.442" v="388" actId="478"/>
          <ac:spMkLst>
            <pc:docMk/>
            <pc:sldMk cId="2347239804" sldId="2763"/>
            <ac:spMk id="14" creationId="{084215D2-51AA-F394-B2FF-B164EF96A1FA}"/>
          </ac:spMkLst>
        </pc:spChg>
        <pc:spChg chg="del">
          <ac:chgData name="Xin Luo" userId="82312ee5779919a4" providerId="LiveId" clId="{187D5BF7-97E8-7843-9DA0-39A524779207}" dt="2024-04-20T15:02:15.442" v="388" actId="478"/>
          <ac:spMkLst>
            <pc:docMk/>
            <pc:sldMk cId="2347239804" sldId="2763"/>
            <ac:spMk id="15" creationId="{1417B587-7A11-20A8-784E-DD1689C615FA}"/>
          </ac:spMkLst>
        </pc:spChg>
        <pc:picChg chg="add mod">
          <ac:chgData name="Xin Luo" userId="82312ee5779919a4" providerId="LiveId" clId="{187D5BF7-97E8-7843-9DA0-39A524779207}" dt="2024-04-21T01:46:28.688" v="841" actId="1036"/>
          <ac:picMkLst>
            <pc:docMk/>
            <pc:sldMk cId="2347239804" sldId="2763"/>
            <ac:picMk id="4" creationId="{AF67819C-8E49-92E5-601F-28B1434E4AF0}"/>
          </ac:picMkLst>
        </pc:picChg>
        <pc:picChg chg="del">
          <ac:chgData name="Xin Luo" userId="82312ee5779919a4" providerId="LiveId" clId="{187D5BF7-97E8-7843-9DA0-39A524779207}" dt="2024-04-20T15:02:13.663" v="386" actId="478"/>
          <ac:picMkLst>
            <pc:docMk/>
            <pc:sldMk cId="2347239804" sldId="2763"/>
            <ac:picMk id="7" creationId="{CDF43AFE-15CB-67F2-2BFA-98CB2C3B6051}"/>
          </ac:picMkLst>
        </pc:picChg>
        <pc:picChg chg="add mod">
          <ac:chgData name="Xin Luo" userId="82312ee5779919a4" providerId="LiveId" clId="{187D5BF7-97E8-7843-9DA0-39A524779207}" dt="2024-04-20T15:17:37.705" v="625"/>
          <ac:picMkLst>
            <pc:docMk/>
            <pc:sldMk cId="2347239804" sldId="2763"/>
            <ac:picMk id="8" creationId="{64A9F355-6891-63C4-C94A-AB6A3F9D6B54}"/>
          </ac:picMkLst>
        </pc:picChg>
        <pc:picChg chg="del">
          <ac:chgData name="Xin Luo" userId="82312ee5779919a4" providerId="LiveId" clId="{187D5BF7-97E8-7843-9DA0-39A524779207}" dt="2024-04-20T15:02:14.176" v="387" actId="478"/>
          <ac:picMkLst>
            <pc:docMk/>
            <pc:sldMk cId="2347239804" sldId="2763"/>
            <ac:picMk id="9" creationId="{8A1A6191-4613-890C-D272-626950D3EBFE}"/>
          </ac:picMkLst>
        </pc:picChg>
        <pc:picChg chg="del">
          <ac:chgData name="Xin Luo" userId="82312ee5779919a4" providerId="LiveId" clId="{187D5BF7-97E8-7843-9DA0-39A524779207}" dt="2024-04-20T15:02:13.089" v="385" actId="478"/>
          <ac:picMkLst>
            <pc:docMk/>
            <pc:sldMk cId="2347239804" sldId="2763"/>
            <ac:picMk id="13" creationId="{74E089A0-6D6F-AFD4-316B-7C94A35065FB}"/>
          </ac:picMkLst>
        </pc:picChg>
      </pc:sldChg>
      <pc:sldChg chg="delSp modSp add mod">
        <pc:chgData name="Xin Luo" userId="82312ee5779919a4" providerId="LiveId" clId="{187D5BF7-97E8-7843-9DA0-39A524779207}" dt="2024-04-21T02:36:51.125" v="1033" actId="20577"/>
        <pc:sldMkLst>
          <pc:docMk/>
          <pc:sldMk cId="1432008115" sldId="2764"/>
        </pc:sldMkLst>
        <pc:spChg chg="mod">
          <ac:chgData name="Xin Luo" userId="82312ee5779919a4" providerId="LiveId" clId="{187D5BF7-97E8-7843-9DA0-39A524779207}" dt="2024-04-21T02:36:51.125" v="1033" actId="20577"/>
          <ac:spMkLst>
            <pc:docMk/>
            <pc:sldMk cId="1432008115" sldId="2764"/>
            <ac:spMk id="6" creationId="{6741FEA2-C046-FD82-2800-2CB513792080}"/>
          </ac:spMkLst>
        </pc:spChg>
        <pc:spChg chg="del">
          <ac:chgData name="Xin Luo" userId="82312ee5779919a4" providerId="LiveId" clId="{187D5BF7-97E8-7843-9DA0-39A524779207}" dt="2024-04-20T15:18:42.499" v="640" actId="478"/>
          <ac:spMkLst>
            <pc:docMk/>
            <pc:sldMk cId="1432008115" sldId="2764"/>
            <ac:spMk id="11" creationId="{F177FF3D-CD3C-12D5-BADF-53A626EE3427}"/>
          </ac:spMkLst>
        </pc:spChg>
        <pc:picChg chg="del">
          <ac:chgData name="Xin Luo" userId="82312ee5779919a4" providerId="LiveId" clId="{187D5BF7-97E8-7843-9DA0-39A524779207}" dt="2024-04-20T15:18:40.750" v="639" actId="478"/>
          <ac:picMkLst>
            <pc:docMk/>
            <pc:sldMk cId="1432008115" sldId="2764"/>
            <ac:picMk id="4" creationId="{AF67819C-8E49-92E5-601F-28B1434E4AF0}"/>
          </ac:picMkLst>
        </pc:picChg>
      </pc:sldChg>
      <pc:sldChg chg="del">
        <pc:chgData name="Xin Luo" userId="82312ee5779919a4" providerId="LiveId" clId="{187D5BF7-97E8-7843-9DA0-39A524779207}" dt="2024-04-20T14:00:59.983" v="140" actId="2696"/>
        <pc:sldMkLst>
          <pc:docMk/>
          <pc:sldMk cId="2182068740" sldId="2764"/>
        </pc:sldMkLst>
      </pc:sldChg>
      <pc:sldChg chg="addSp delSp modSp add mod">
        <pc:chgData name="Xin Luo" userId="82312ee5779919a4" providerId="LiveId" clId="{187D5BF7-97E8-7843-9DA0-39A524779207}" dt="2024-04-21T14:14:51.560" v="2869" actId="20577"/>
        <pc:sldMkLst>
          <pc:docMk/>
          <pc:sldMk cId="847482360" sldId="2765"/>
        </pc:sldMkLst>
        <pc:spChg chg="mod">
          <ac:chgData name="Xin Luo" userId="82312ee5779919a4" providerId="LiveId" clId="{187D5BF7-97E8-7843-9DA0-39A524779207}" dt="2024-04-21T14:14:51.560" v="2869" actId="20577"/>
          <ac:spMkLst>
            <pc:docMk/>
            <pc:sldMk cId="847482360" sldId="2765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40:06.128" v="1159" actId="20577"/>
          <ac:spMkLst>
            <pc:docMk/>
            <pc:sldMk cId="847482360" sldId="2765"/>
            <ac:spMk id="6" creationId="{6741FEA2-C046-FD82-2800-2CB513792080}"/>
          </ac:spMkLst>
        </pc:spChg>
        <pc:spChg chg="mod">
          <ac:chgData name="Xin Luo" userId="82312ee5779919a4" providerId="LiveId" clId="{187D5BF7-97E8-7843-9DA0-39A524779207}" dt="2024-04-21T02:25:19.368" v="882" actId="164"/>
          <ac:spMkLst>
            <pc:docMk/>
            <pc:sldMk cId="847482360" sldId="2765"/>
            <ac:spMk id="14" creationId="{084215D2-51AA-F394-B2FF-B164EF96A1FA}"/>
          </ac:spMkLst>
        </pc:spChg>
        <pc:spChg chg="mod">
          <ac:chgData name="Xin Luo" userId="82312ee5779919a4" providerId="LiveId" clId="{187D5BF7-97E8-7843-9DA0-39A524779207}" dt="2024-04-21T02:25:42.836" v="889" actId="164"/>
          <ac:spMkLst>
            <pc:docMk/>
            <pc:sldMk cId="847482360" sldId="2765"/>
            <ac:spMk id="15" creationId="{1417B587-7A11-20A8-784E-DD1689C615FA}"/>
          </ac:spMkLst>
        </pc:spChg>
        <pc:grpChg chg="add mod">
          <ac:chgData name="Xin Luo" userId="82312ee5779919a4" providerId="LiveId" clId="{187D5BF7-97E8-7843-9DA0-39A524779207}" dt="2024-04-21T02:33:32" v="911" actId="1076"/>
          <ac:grpSpMkLst>
            <pc:docMk/>
            <pc:sldMk cId="847482360" sldId="2765"/>
            <ac:grpSpMk id="12" creationId="{008F441D-46E8-C621-6725-F7375CACFB3B}"/>
          </ac:grpSpMkLst>
        </pc:grpChg>
        <pc:grpChg chg="add mod">
          <ac:chgData name="Xin Luo" userId="82312ee5779919a4" providerId="LiveId" clId="{187D5BF7-97E8-7843-9DA0-39A524779207}" dt="2024-04-21T02:33:32" v="911" actId="1076"/>
          <ac:grpSpMkLst>
            <pc:docMk/>
            <pc:sldMk cId="847482360" sldId="2765"/>
            <ac:grpSpMk id="16" creationId="{E25053A4-A43A-3D39-96E0-7DBD3CE80E86}"/>
          </ac:grpSpMkLst>
        </pc:grpChg>
        <pc:picChg chg="add mod">
          <ac:chgData name="Xin Luo" userId="82312ee5779919a4" providerId="LiveId" clId="{187D5BF7-97E8-7843-9DA0-39A524779207}" dt="2024-04-21T02:25:42.836" v="889" actId="164"/>
          <ac:picMkLst>
            <pc:docMk/>
            <pc:sldMk cId="847482360" sldId="2765"/>
            <ac:picMk id="4" creationId="{D83CDA59-7660-D352-0DA9-355348DADE1B}"/>
          </ac:picMkLst>
        </pc:picChg>
        <pc:picChg chg="del">
          <ac:chgData name="Xin Luo" userId="82312ee5779919a4" providerId="LiveId" clId="{187D5BF7-97E8-7843-9DA0-39A524779207}" dt="2024-04-21T02:24:16.885" v="859" actId="478"/>
          <ac:picMkLst>
            <pc:docMk/>
            <pc:sldMk cId="847482360" sldId="2765"/>
            <ac:picMk id="7" creationId="{CDF43AFE-15CB-67F2-2BFA-98CB2C3B6051}"/>
          </ac:picMkLst>
        </pc:picChg>
        <pc:picChg chg="add del mod">
          <ac:chgData name="Xin Luo" userId="82312ee5779919a4" providerId="LiveId" clId="{187D5BF7-97E8-7843-9DA0-39A524779207}" dt="2024-04-21T02:24:57.164" v="875" actId="478"/>
          <ac:picMkLst>
            <pc:docMk/>
            <pc:sldMk cId="847482360" sldId="2765"/>
            <ac:picMk id="8" creationId="{3F8EA5EB-A776-ECDF-B951-62F621139B85}"/>
          </ac:picMkLst>
        </pc:picChg>
        <pc:picChg chg="del">
          <ac:chgData name="Xin Luo" userId="82312ee5779919a4" providerId="LiveId" clId="{187D5BF7-97E8-7843-9DA0-39A524779207}" dt="2024-04-21T02:24:17.551" v="860" actId="478"/>
          <ac:picMkLst>
            <pc:docMk/>
            <pc:sldMk cId="847482360" sldId="2765"/>
            <ac:picMk id="9" creationId="{8A1A6191-4613-890C-D272-626950D3EBFE}"/>
          </ac:picMkLst>
        </pc:picChg>
        <pc:picChg chg="add mod">
          <ac:chgData name="Xin Luo" userId="82312ee5779919a4" providerId="LiveId" clId="{187D5BF7-97E8-7843-9DA0-39A524779207}" dt="2024-04-21T02:25:19.368" v="882" actId="164"/>
          <ac:picMkLst>
            <pc:docMk/>
            <pc:sldMk cId="847482360" sldId="2765"/>
            <ac:picMk id="11" creationId="{CE0AD0E5-5497-4C93-C572-17E199B61524}"/>
          </ac:picMkLst>
        </pc:picChg>
        <pc:picChg chg="del">
          <ac:chgData name="Xin Luo" userId="82312ee5779919a4" providerId="LiveId" clId="{187D5BF7-97E8-7843-9DA0-39A524779207}" dt="2024-04-21T02:24:20.503" v="861" actId="478"/>
          <ac:picMkLst>
            <pc:docMk/>
            <pc:sldMk cId="847482360" sldId="2765"/>
            <ac:picMk id="13" creationId="{74E089A0-6D6F-AFD4-316B-7C94A35065FB}"/>
          </ac:picMkLst>
        </pc:picChg>
        <pc:picChg chg="add del mod">
          <ac:chgData name="Xin Luo" userId="82312ee5779919a4" providerId="LiveId" clId="{187D5BF7-97E8-7843-9DA0-39A524779207}" dt="2024-04-21T02:38:23.654" v="1037" actId="478"/>
          <ac:picMkLst>
            <pc:docMk/>
            <pc:sldMk cId="847482360" sldId="2765"/>
            <ac:picMk id="18" creationId="{AF5A99EE-DF31-318A-50F9-C132ACDF4068}"/>
          </ac:picMkLst>
        </pc:picChg>
      </pc:sldChg>
      <pc:sldChg chg="del">
        <pc:chgData name="Xin Luo" userId="82312ee5779919a4" providerId="LiveId" clId="{187D5BF7-97E8-7843-9DA0-39A524779207}" dt="2024-04-20T14:00:59.985" v="141" actId="2696"/>
        <pc:sldMkLst>
          <pc:docMk/>
          <pc:sldMk cId="1921898556" sldId="2765"/>
        </pc:sldMkLst>
      </pc:sldChg>
      <pc:sldChg chg="addSp delSp modSp add mod">
        <pc:chgData name="Xin Luo" userId="82312ee5779919a4" providerId="LiveId" clId="{187D5BF7-97E8-7843-9DA0-39A524779207}" dt="2024-04-21T14:15:05.046" v="2899" actId="20577"/>
        <pc:sldMkLst>
          <pc:docMk/>
          <pc:sldMk cId="615651384" sldId="2766"/>
        </pc:sldMkLst>
        <pc:spChg chg="mod">
          <ac:chgData name="Xin Luo" userId="82312ee5779919a4" providerId="LiveId" clId="{187D5BF7-97E8-7843-9DA0-39A524779207}" dt="2024-04-21T14:15:05.046" v="2899" actId="20577"/>
          <ac:spMkLst>
            <pc:docMk/>
            <pc:sldMk cId="615651384" sldId="2766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39:46.396" v="1125" actId="20577"/>
          <ac:spMkLst>
            <pc:docMk/>
            <pc:sldMk cId="615651384" sldId="2766"/>
            <ac:spMk id="6" creationId="{6741FEA2-C046-FD82-2800-2CB513792080}"/>
          </ac:spMkLst>
        </pc:spChg>
        <pc:grpChg chg="del">
          <ac:chgData name="Xin Luo" userId="82312ee5779919a4" providerId="LiveId" clId="{187D5BF7-97E8-7843-9DA0-39A524779207}" dt="2024-04-21T02:38:28.181" v="1040" actId="478"/>
          <ac:grpSpMkLst>
            <pc:docMk/>
            <pc:sldMk cId="615651384" sldId="2766"/>
            <ac:grpSpMk id="12" creationId="{008F441D-46E8-C621-6725-F7375CACFB3B}"/>
          </ac:grpSpMkLst>
        </pc:grpChg>
        <pc:grpChg chg="del">
          <ac:chgData name="Xin Luo" userId="82312ee5779919a4" providerId="LiveId" clId="{187D5BF7-97E8-7843-9DA0-39A524779207}" dt="2024-04-21T02:38:27.489" v="1039" actId="478"/>
          <ac:grpSpMkLst>
            <pc:docMk/>
            <pc:sldMk cId="615651384" sldId="2766"/>
            <ac:grpSpMk id="16" creationId="{E25053A4-A43A-3D39-96E0-7DBD3CE80E86}"/>
          </ac:grpSpMkLst>
        </pc:grpChg>
        <pc:picChg chg="add mod">
          <ac:chgData name="Xin Luo" userId="82312ee5779919a4" providerId="LiveId" clId="{187D5BF7-97E8-7843-9DA0-39A524779207}" dt="2024-04-21T02:39:32.121" v="1093" actId="1076"/>
          <ac:picMkLst>
            <pc:docMk/>
            <pc:sldMk cId="615651384" sldId="2766"/>
            <ac:picMk id="5" creationId="{F60D2BD3-8BEC-DD2B-C42C-E4832A1CB4E9}"/>
          </ac:picMkLst>
        </pc:picChg>
        <pc:picChg chg="del mod">
          <ac:chgData name="Xin Luo" userId="82312ee5779919a4" providerId="LiveId" clId="{187D5BF7-97E8-7843-9DA0-39A524779207}" dt="2024-04-21T02:39:19.196" v="1087" actId="478"/>
          <ac:picMkLst>
            <pc:docMk/>
            <pc:sldMk cId="615651384" sldId="2766"/>
            <ac:picMk id="18" creationId="{AF5A99EE-DF31-318A-50F9-C132ACDF4068}"/>
          </ac:picMkLst>
        </pc:picChg>
      </pc:sldChg>
      <pc:sldChg chg="del">
        <pc:chgData name="Xin Luo" userId="82312ee5779919a4" providerId="LiveId" clId="{187D5BF7-97E8-7843-9DA0-39A524779207}" dt="2024-04-20T14:00:59.989" v="143" actId="2696"/>
        <pc:sldMkLst>
          <pc:docMk/>
          <pc:sldMk cId="836646187" sldId="2766"/>
        </pc:sldMkLst>
      </pc:sldChg>
      <pc:sldChg chg="del">
        <pc:chgData name="Xin Luo" userId="82312ee5779919a4" providerId="LiveId" clId="{187D5BF7-97E8-7843-9DA0-39A524779207}" dt="2024-04-20T14:00:59.982" v="139" actId="2696"/>
        <pc:sldMkLst>
          <pc:docMk/>
          <pc:sldMk cId="2158930716" sldId="2767"/>
        </pc:sldMkLst>
      </pc:sldChg>
      <pc:sldChg chg="addSp delSp modSp add mod">
        <pc:chgData name="Xin Luo" userId="82312ee5779919a4" providerId="LiveId" clId="{187D5BF7-97E8-7843-9DA0-39A524779207}" dt="2024-04-21T14:15:44.326" v="2998" actId="20577"/>
        <pc:sldMkLst>
          <pc:docMk/>
          <pc:sldMk cId="4060718388" sldId="2767"/>
        </pc:sldMkLst>
        <pc:spChg chg="mod">
          <ac:chgData name="Xin Luo" userId="82312ee5779919a4" providerId="LiveId" clId="{187D5BF7-97E8-7843-9DA0-39A524779207}" dt="2024-04-21T03:31:12.074" v="1397" actId="20577"/>
          <ac:spMkLst>
            <pc:docMk/>
            <pc:sldMk cId="4060718388" sldId="2767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44.326" v="2998" actId="20577"/>
          <ac:spMkLst>
            <pc:docMk/>
            <pc:sldMk cId="4060718388" sldId="2767"/>
            <ac:spMk id="3" creationId="{00000000-0000-0000-0000-000000000000}"/>
          </ac:spMkLst>
        </pc:spChg>
        <pc:spChg chg="add mod">
          <ac:chgData name="Xin Luo" userId="82312ee5779919a4" providerId="LiveId" clId="{187D5BF7-97E8-7843-9DA0-39A524779207}" dt="2024-04-21T03:30:59.929" v="1370" actId="164"/>
          <ac:spMkLst>
            <pc:docMk/>
            <pc:sldMk cId="4060718388" sldId="2767"/>
            <ac:spMk id="4" creationId="{EA63554B-79BD-86BC-F728-E10A65553298}"/>
          </ac:spMkLst>
        </pc:spChg>
        <pc:spChg chg="mod">
          <ac:chgData name="Xin Luo" userId="82312ee5779919a4" providerId="LiveId" clId="{187D5BF7-97E8-7843-9DA0-39A524779207}" dt="2024-04-21T03:31:47.782" v="1436" actId="20577"/>
          <ac:spMkLst>
            <pc:docMk/>
            <pc:sldMk cId="4060718388" sldId="2767"/>
            <ac:spMk id="6" creationId="{6741FEA2-C046-FD82-2800-2CB513792080}"/>
          </ac:spMkLst>
        </pc:spChg>
        <pc:spChg chg="add del mod">
          <ac:chgData name="Xin Luo" userId="82312ee5779919a4" providerId="LiveId" clId="{187D5BF7-97E8-7843-9DA0-39A524779207}" dt="2024-04-21T03:30:21.864" v="1360" actId="478"/>
          <ac:spMkLst>
            <pc:docMk/>
            <pc:sldMk cId="4060718388" sldId="2767"/>
            <ac:spMk id="7" creationId="{8F78CB7A-553B-6B2E-EF76-009D9564E650}"/>
          </ac:spMkLst>
        </pc:spChg>
        <pc:spChg chg="add mod">
          <ac:chgData name="Xin Luo" userId="82312ee5779919a4" providerId="LiveId" clId="{187D5BF7-97E8-7843-9DA0-39A524779207}" dt="2024-04-21T04:06:11.367" v="1585" actId="20577"/>
          <ac:spMkLst>
            <pc:docMk/>
            <pc:sldMk cId="4060718388" sldId="2767"/>
            <ac:spMk id="15" creationId="{E88FF39F-5C92-6F74-E598-88082DFEACA0}"/>
          </ac:spMkLst>
        </pc:spChg>
        <pc:grpChg chg="add mod">
          <ac:chgData name="Xin Luo" userId="82312ee5779919a4" providerId="LiveId" clId="{187D5BF7-97E8-7843-9DA0-39A524779207}" dt="2024-04-21T03:31:01.878" v="1376" actId="1037"/>
          <ac:grpSpMkLst>
            <pc:docMk/>
            <pc:sldMk cId="4060718388" sldId="2767"/>
            <ac:grpSpMk id="12" creationId="{82E84AF6-94DE-89A7-AA87-635628A62B8E}"/>
          </ac:grpSpMkLst>
        </pc:grpChg>
        <pc:picChg chg="del">
          <ac:chgData name="Xin Luo" userId="82312ee5779919a4" providerId="LiveId" clId="{187D5BF7-97E8-7843-9DA0-39A524779207}" dt="2024-04-21T03:26:49.502" v="1340" actId="478"/>
          <ac:picMkLst>
            <pc:docMk/>
            <pc:sldMk cId="4060718388" sldId="2767"/>
            <ac:picMk id="5" creationId="{21D982DC-A933-6982-C91E-8C245B4D6674}"/>
          </ac:picMkLst>
        </pc:picChg>
        <pc:picChg chg="mod">
          <ac:chgData name="Xin Luo" userId="82312ee5779919a4" providerId="LiveId" clId="{187D5BF7-97E8-7843-9DA0-39A524779207}" dt="2024-04-21T03:30:59.929" v="1370" actId="164"/>
          <ac:picMkLst>
            <pc:docMk/>
            <pc:sldMk cId="4060718388" sldId="2767"/>
            <ac:picMk id="8" creationId="{D2FFFAF9-3046-8B34-DB7D-348A034D547A}"/>
          </ac:picMkLst>
        </pc:picChg>
        <pc:picChg chg="del mod">
          <ac:chgData name="Xin Luo" userId="82312ee5779919a4" providerId="LiveId" clId="{187D5BF7-97E8-7843-9DA0-39A524779207}" dt="2024-04-21T03:30:32.600" v="1361" actId="478"/>
          <ac:picMkLst>
            <pc:docMk/>
            <pc:sldMk cId="4060718388" sldId="2767"/>
            <ac:picMk id="10" creationId="{0A55C400-60D0-7E2B-02E8-6C6586AB3DBD}"/>
          </ac:picMkLst>
        </pc:picChg>
        <pc:picChg chg="add mod">
          <ac:chgData name="Xin Luo" userId="82312ee5779919a4" providerId="LiveId" clId="{187D5BF7-97E8-7843-9DA0-39A524779207}" dt="2024-04-21T03:30:52.380" v="1369" actId="14100"/>
          <ac:picMkLst>
            <pc:docMk/>
            <pc:sldMk cId="4060718388" sldId="2767"/>
            <ac:picMk id="11" creationId="{48CFD78C-D1FA-DD5F-5AFC-B5CBDA7029CD}"/>
          </ac:picMkLst>
        </pc:picChg>
        <pc:picChg chg="add mod">
          <ac:chgData name="Xin Luo" userId="82312ee5779919a4" providerId="LiveId" clId="{187D5BF7-97E8-7843-9DA0-39A524779207}" dt="2024-04-21T03:33:43.234" v="1437"/>
          <ac:picMkLst>
            <pc:docMk/>
            <pc:sldMk cId="4060718388" sldId="2767"/>
            <ac:picMk id="14" creationId="{BD7FB77E-1E2A-6BDA-5A0B-4A65609B9220}"/>
          </ac:picMkLst>
        </pc:picChg>
      </pc:sldChg>
      <pc:sldChg chg="delSp modSp add del mod">
        <pc:chgData name="Xin Luo" userId="82312ee5779919a4" providerId="LiveId" clId="{187D5BF7-97E8-7843-9DA0-39A524779207}" dt="2024-05-01T07:15:04.651" v="3024" actId="2696"/>
        <pc:sldMkLst>
          <pc:docMk/>
          <pc:sldMk cId="1433751529" sldId="2768"/>
        </pc:sldMkLst>
        <pc:spChg chg="mod">
          <ac:chgData name="Xin Luo" userId="82312ee5779919a4" providerId="LiveId" clId="{187D5BF7-97E8-7843-9DA0-39A524779207}" dt="2024-04-21T08:30:43.718" v="2235" actId="20577"/>
          <ac:spMkLst>
            <pc:docMk/>
            <pc:sldMk cId="1433751529" sldId="2768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50.854" v="3019" actId="20577"/>
          <ac:spMkLst>
            <pc:docMk/>
            <pc:sldMk cId="1433751529" sldId="2768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8:54:40.402" v="2801" actId="108"/>
          <ac:spMkLst>
            <pc:docMk/>
            <pc:sldMk cId="1433751529" sldId="2768"/>
            <ac:spMk id="6" creationId="{6741FEA2-C046-FD82-2800-2CB513792080}"/>
          </ac:spMkLst>
        </pc:spChg>
        <pc:grpChg chg="del">
          <ac:chgData name="Xin Luo" userId="82312ee5779919a4" providerId="LiveId" clId="{187D5BF7-97E8-7843-9DA0-39A524779207}" dt="2024-04-21T03:33:50.670" v="1439" actId="478"/>
          <ac:grpSpMkLst>
            <pc:docMk/>
            <pc:sldMk cId="1433751529" sldId="2768"/>
            <ac:grpSpMk id="12" creationId="{82E84AF6-94DE-89A7-AA87-635628A62B8E}"/>
          </ac:grpSpMkLst>
        </pc:grpChg>
        <pc:picChg chg="del">
          <ac:chgData name="Xin Luo" userId="82312ee5779919a4" providerId="LiveId" clId="{187D5BF7-97E8-7843-9DA0-39A524779207}" dt="2024-04-21T03:33:51.642" v="1440" actId="478"/>
          <ac:picMkLst>
            <pc:docMk/>
            <pc:sldMk cId="1433751529" sldId="2768"/>
            <ac:picMk id="11" creationId="{48CFD78C-D1FA-DD5F-5AFC-B5CBDA7029CD}"/>
          </ac:picMkLst>
        </pc:picChg>
      </pc:sldChg>
      <pc:sldChg chg="modSp add mod">
        <pc:chgData name="Xin Luo" userId="82312ee5779919a4" providerId="LiveId" clId="{187D5BF7-97E8-7843-9DA0-39A524779207}" dt="2024-04-21T14:15:56.014" v="3020"/>
        <pc:sldMkLst>
          <pc:docMk/>
          <pc:sldMk cId="2446013301" sldId="2769"/>
        </pc:sldMkLst>
        <pc:spChg chg="mod">
          <ac:chgData name="Xin Luo" userId="82312ee5779919a4" providerId="LiveId" clId="{187D5BF7-97E8-7843-9DA0-39A524779207}" dt="2024-04-21T14:15:56.014" v="3020"/>
          <ac:spMkLst>
            <pc:docMk/>
            <pc:sldMk cId="2446013301" sldId="2769"/>
            <ac:spMk id="3" creationId="{00000000-0000-0000-0000-000000000000}"/>
          </ac:spMkLst>
        </pc:spChg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7970A8E4-9FA8-EB43-975F-FF273197657B}"/>
    <pc:docChg chg="undo custSel addSld delSld modSld sldOrd">
      <pc:chgData name="Xin Luo" userId="82312ee5779919a4" providerId="LiveId" clId="{7970A8E4-9FA8-EB43-975F-FF273197657B}" dt="2024-04-16T15:21:57.246" v="918" actId="20577"/>
      <pc:docMkLst>
        <pc:docMk/>
      </pc:docMkLst>
      <pc:sldChg chg="delSp modSp mod">
        <pc:chgData name="Xin Luo" userId="82312ee5779919a4" providerId="LiveId" clId="{7970A8E4-9FA8-EB43-975F-FF273197657B}" dt="2024-04-15T15:24:17.530" v="210" actId="20577"/>
        <pc:sldMkLst>
          <pc:docMk/>
          <pc:sldMk cId="1576120367" sldId="2387"/>
        </pc:sldMkLst>
        <pc:spChg chg="mod">
          <ac:chgData name="Xin Luo" userId="82312ee5779919a4" providerId="LiveId" clId="{7970A8E4-9FA8-EB43-975F-FF273197657B}" dt="2024-04-15T15:24:17.530" v="21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7970A8E4-9FA8-EB43-975F-FF273197657B}" dt="2024-04-15T15:17:46.225" v="69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7970A8E4-9FA8-EB43-975F-FF273197657B}" dt="2024-04-15T15:22:51.698" v="180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7970A8E4-9FA8-EB43-975F-FF273197657B}" dt="2024-04-15T15:23:33.296" v="184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7970A8E4-9FA8-EB43-975F-FF273197657B}" dt="2024-04-15T15:23:29.057" v="183" actId="107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7970A8E4-9FA8-EB43-975F-FF273197657B}" dt="2024-04-15T15:22:57.896" v="182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7970A8E4-9FA8-EB43-975F-FF273197657B}" dt="2024-04-15T15:24:13.450" v="207" actId="20577"/>
        <pc:sldMkLst>
          <pc:docMk/>
          <pc:sldMk cId="2415901206" sldId="2447"/>
        </pc:sldMkLst>
        <pc:spChg chg="mod">
          <ac:chgData name="Xin Luo" userId="82312ee5779919a4" providerId="LiveId" clId="{7970A8E4-9FA8-EB43-975F-FF273197657B}" dt="2024-04-15T15:24:13.450" v="20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08:53.333" v="39" actId="20577"/>
        <pc:sldMkLst>
          <pc:docMk/>
          <pc:sldMk cId="1658607177" sldId="2708"/>
        </pc:sldMkLst>
        <pc:spChg chg="mod">
          <ac:chgData name="Xin Luo" userId="82312ee5779919a4" providerId="LiveId" clId="{7970A8E4-9FA8-EB43-975F-FF273197657B}" dt="2024-04-15T15:08:53.333" v="3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24:32.208" v="229" actId="20577"/>
        <pc:sldMkLst>
          <pc:docMk/>
          <pc:sldMk cId="481122590" sldId="2709"/>
        </pc:sldMkLst>
        <pc:spChg chg="mod">
          <ac:chgData name="Xin Luo" userId="82312ee5779919a4" providerId="LiveId" clId="{7970A8E4-9FA8-EB43-975F-FF273197657B}" dt="2024-04-15T15:24:32.208" v="2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 ord">
        <pc:chgData name="Xin Luo" userId="82312ee5779919a4" providerId="LiveId" clId="{7970A8E4-9FA8-EB43-975F-FF273197657B}" dt="2024-04-15T15:37:14.712" v="441" actId="20577"/>
        <pc:sldMkLst>
          <pc:docMk/>
          <pc:sldMk cId="3833073590" sldId="2716"/>
        </pc:sldMkLst>
        <pc:spChg chg="del mod">
          <ac:chgData name="Xin Luo" userId="82312ee5779919a4" providerId="LiveId" clId="{7970A8E4-9FA8-EB43-975F-FF273197657B}" dt="2024-04-15T15:32:49.133" v="338" actId="478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7970A8E4-9FA8-EB43-975F-FF273197657B}" dt="2024-04-15T15:31:03.371" v="325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7970A8E4-9FA8-EB43-975F-FF273197657B}" dt="2024-04-15T15:37:14.712" v="441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7970A8E4-9FA8-EB43-975F-FF273197657B}" dt="2024-04-15T15:09:05.015" v="4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del mod">
        <pc:chgData name="Xin Luo" userId="82312ee5779919a4" providerId="LiveId" clId="{7970A8E4-9FA8-EB43-975F-FF273197657B}" dt="2024-04-15T15:24:37.052" v="230" actId="2696"/>
        <pc:sldMkLst>
          <pc:docMk/>
          <pc:sldMk cId="972163772" sldId="2720"/>
        </pc:sldMkLst>
        <pc:spChg chg="mod">
          <ac:chgData name="Xin Luo" userId="82312ee5779919a4" providerId="LiveId" clId="{7970A8E4-9FA8-EB43-975F-FF273197657B}" dt="2024-04-15T15:20:56.127" v="107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del mod">
        <pc:chgData name="Xin Luo" userId="82312ee5779919a4" providerId="LiveId" clId="{7970A8E4-9FA8-EB43-975F-FF273197657B}" dt="2024-04-15T15:24:37.068" v="231" actId="2696"/>
        <pc:sldMkLst>
          <pc:docMk/>
          <pc:sldMk cId="2689695864" sldId="2721"/>
        </pc:sldMkLst>
        <pc:spChg chg="mod">
          <ac:chgData name="Xin Luo" userId="82312ee5779919a4" providerId="LiveId" clId="{7970A8E4-9FA8-EB43-975F-FF273197657B}" dt="2024-04-15T15:21:03.148" v="113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modSp mod">
        <pc:chgData name="Xin Luo" userId="82312ee5779919a4" providerId="LiveId" clId="{7970A8E4-9FA8-EB43-975F-FF273197657B}" dt="2024-04-15T15:30:39.625" v="268" actId="20577"/>
        <pc:sldMkLst>
          <pc:docMk/>
          <pc:sldMk cId="1125183986" sldId="2760"/>
        </pc:sldMkLst>
        <pc:spChg chg="mod">
          <ac:chgData name="Xin Luo" userId="82312ee5779919a4" providerId="LiveId" clId="{7970A8E4-9FA8-EB43-975F-FF273197657B}" dt="2024-04-15T15:30:39.625" v="268" actId="20577"/>
          <ac:spMkLst>
            <pc:docMk/>
            <pc:sldMk cId="1125183986" sldId="2760"/>
            <ac:spMk id="13" creationId="{303BC878-BC57-D350-27A3-F03AE48213AC}"/>
          </ac:spMkLst>
        </pc:spChg>
      </pc:sldChg>
      <pc:sldChg chg="add">
        <pc:chgData name="Xin Luo" userId="82312ee5779919a4" providerId="LiveId" clId="{7970A8E4-9FA8-EB43-975F-FF273197657B}" dt="2024-04-15T15:09:42.736" v="43"/>
        <pc:sldMkLst>
          <pc:docMk/>
          <pc:sldMk cId="1177607245" sldId="2761"/>
        </pc:sldMkLst>
      </pc:sldChg>
      <pc:sldChg chg="modSp mod">
        <pc:chgData name="Xin Luo" userId="82312ee5779919a4" providerId="LiveId" clId="{7970A8E4-9FA8-EB43-975F-FF273197657B}" dt="2024-04-16T15:11:05.930" v="845" actId="113"/>
        <pc:sldMkLst>
          <pc:docMk/>
          <pc:sldMk cId="1921898556" sldId="2765"/>
        </pc:sldMkLst>
        <pc:spChg chg="mod">
          <ac:chgData name="Xin Luo" userId="82312ee5779919a4" providerId="LiveId" clId="{7970A8E4-9FA8-EB43-975F-FF273197657B}" dt="2024-04-16T15:11:05.930" v="845" actId="113"/>
          <ac:spMkLst>
            <pc:docMk/>
            <pc:sldMk cId="1921898556" sldId="2765"/>
            <ac:spMk id="6" creationId="{6741FEA2-C046-FD82-2800-2CB513792080}"/>
          </ac:spMkLst>
        </pc:spChg>
      </pc:sldChg>
      <pc:sldChg chg="addSp delSp modSp add mod ord">
        <pc:chgData name="Xin Luo" userId="82312ee5779919a4" providerId="LiveId" clId="{7970A8E4-9FA8-EB43-975F-FF273197657B}" dt="2024-04-16T15:10:03.687" v="794" actId="22"/>
        <pc:sldMkLst>
          <pc:docMk/>
          <pc:sldMk cId="836646187" sldId="2766"/>
        </pc:sldMkLst>
        <pc:spChg chg="mod">
          <ac:chgData name="Xin Luo" userId="82312ee5779919a4" providerId="LiveId" clId="{7970A8E4-9FA8-EB43-975F-FF273197657B}" dt="2024-04-16T15:02:32.607" v="703" actId="20577"/>
          <ac:spMkLst>
            <pc:docMk/>
            <pc:sldMk cId="836646187" sldId="2766"/>
            <ac:spMk id="2" creationId="{631AADB6-C88A-D817-4683-FC087E4E240F}"/>
          </ac:spMkLst>
        </pc:spChg>
        <pc:spChg chg="add del">
          <ac:chgData name="Xin Luo" userId="82312ee5779919a4" providerId="LiveId" clId="{7970A8E4-9FA8-EB43-975F-FF273197657B}" dt="2024-04-16T15:10:03.687" v="794" actId="22"/>
          <ac:spMkLst>
            <pc:docMk/>
            <pc:sldMk cId="836646187" sldId="2766"/>
            <ac:spMk id="5" creationId="{86ECF985-364B-C29D-536B-280AED2AE198}"/>
          </ac:spMkLst>
        </pc:spChg>
        <pc:spChg chg="mod">
          <ac:chgData name="Xin Luo" userId="82312ee5779919a4" providerId="LiveId" clId="{7970A8E4-9FA8-EB43-975F-FF273197657B}" dt="2024-04-16T15:08:19.990" v="792"/>
          <ac:spMkLst>
            <pc:docMk/>
            <pc:sldMk cId="836646187" sldId="2766"/>
            <ac:spMk id="6" creationId="{6741FEA2-C046-FD82-2800-2CB513792080}"/>
          </ac:spMkLst>
        </pc:spChg>
      </pc:sldChg>
      <pc:sldChg chg="modSp add mod">
        <pc:chgData name="Xin Luo" userId="82312ee5779919a4" providerId="LiveId" clId="{7970A8E4-9FA8-EB43-975F-FF273197657B}" dt="2024-04-16T15:21:57.246" v="918" actId="20577"/>
        <pc:sldMkLst>
          <pc:docMk/>
          <pc:sldMk cId="2158930716" sldId="2767"/>
        </pc:sldMkLst>
        <pc:spChg chg="mod">
          <ac:chgData name="Xin Luo" userId="82312ee5779919a4" providerId="LiveId" clId="{7970A8E4-9FA8-EB43-975F-FF273197657B}" dt="2024-04-16T15:21:57.246" v="918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D256512-1F02-954A-8BB9-ABE91C332B30}"/>
    <pc:docChg chg="undo custSel addSld modSld">
      <pc:chgData name="Xin Luo" userId="82312ee5779919a4" providerId="LiveId" clId="{2D256512-1F02-954A-8BB9-ABE91C332B30}" dt="2024-04-17T02:55:47.723" v="2325" actId="20577"/>
      <pc:docMkLst>
        <pc:docMk/>
      </pc:docMkLst>
      <pc:sldChg chg="modSp mod">
        <pc:chgData name="Xin Luo" userId="82312ee5779919a4" providerId="LiveId" clId="{2D256512-1F02-954A-8BB9-ABE91C332B30}" dt="2024-04-16T04:42:44.837" v="78" actId="20577"/>
        <pc:sldMkLst>
          <pc:docMk/>
          <pc:sldMk cId="1576120367" sldId="2387"/>
        </pc:sldMkLst>
        <pc:spChg chg="mod">
          <ac:chgData name="Xin Luo" userId="82312ee5779919a4" providerId="LiveId" clId="{2D256512-1F02-954A-8BB9-ABE91C332B30}" dt="2024-04-16T04:42:44.837" v="7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43:41.165" v="112" actId="20577"/>
        <pc:sldMkLst>
          <pc:docMk/>
          <pc:sldMk cId="481122590" sldId="2709"/>
        </pc:sldMkLst>
        <pc:spChg chg="mod">
          <ac:chgData name="Xin Luo" userId="82312ee5779919a4" providerId="LiveId" clId="{2D256512-1F02-954A-8BB9-ABE91C332B30}" dt="2024-04-16T04:43:41.165" v="11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59:58.067" v="298" actId="20577"/>
        <pc:sldMkLst>
          <pc:docMk/>
          <pc:sldMk cId="3833073590" sldId="2716"/>
        </pc:sldMkLst>
        <pc:spChg chg="mod">
          <ac:chgData name="Xin Luo" userId="82312ee5779919a4" providerId="LiveId" clId="{2D256512-1F02-954A-8BB9-ABE91C332B30}" dt="2024-04-16T04:59:58.067" v="298" actId="20577"/>
          <ac:spMkLst>
            <pc:docMk/>
            <pc:sldMk cId="3833073590" sldId="2716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6T05:01:00.676" v="309" actId="115"/>
        <pc:sldMkLst>
          <pc:docMk/>
          <pc:sldMk cId="1177607245" sldId="2761"/>
        </pc:sldMkLst>
        <pc:spChg chg="mod">
          <ac:chgData name="Xin Luo" userId="82312ee5779919a4" providerId="LiveId" clId="{2D256512-1F02-954A-8BB9-ABE91C332B30}" dt="2024-04-16T04:53:33.151" v="233" actId="1036"/>
          <ac:spMkLst>
            <pc:docMk/>
            <pc:sldMk cId="1177607245" sldId="2761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04:44:48.657" v="147" actId="20577"/>
          <ac:spMkLst>
            <pc:docMk/>
            <pc:sldMk cId="1177607245" sldId="2761"/>
            <ac:spMk id="3" creationId="{00000000-0000-0000-0000-000000000000}"/>
          </ac:spMkLst>
        </pc:spChg>
        <pc:spChg chg="mod">
          <ac:chgData name="Xin Luo" userId="82312ee5779919a4" providerId="LiveId" clId="{2D256512-1F02-954A-8BB9-ABE91C332B30}" dt="2024-04-16T05:01:00.676" v="309" actId="115"/>
          <ac:spMkLst>
            <pc:docMk/>
            <pc:sldMk cId="1177607245" sldId="2761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5:12:57.164" v="820" actId="1035"/>
        <pc:sldMkLst>
          <pc:docMk/>
          <pc:sldMk cId="2372094037" sldId="2762"/>
        </pc:sldMkLst>
        <pc:spChg chg="mod">
          <ac:chgData name="Xin Luo" userId="82312ee5779919a4" providerId="LiveId" clId="{2D256512-1F02-954A-8BB9-ABE91C332B30}" dt="2024-04-16T05:12:57.164" v="820" actId="1035"/>
          <ac:spMkLst>
            <pc:docMk/>
            <pc:sldMk cId="2372094037" sldId="2762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8:52:36.453" v="1731" actId="20577"/>
        <pc:sldMkLst>
          <pc:docMk/>
          <pc:sldMk cId="1735176010" sldId="2763"/>
        </pc:sldMkLst>
        <pc:spChg chg="mod">
          <ac:chgData name="Xin Luo" userId="82312ee5779919a4" providerId="LiveId" clId="{2D256512-1F02-954A-8BB9-ABE91C332B30}" dt="2024-04-16T08:52:36.453" v="1731" actId="20577"/>
          <ac:spMkLst>
            <pc:docMk/>
            <pc:sldMk cId="1735176010" sldId="2763"/>
            <ac:spMk id="6" creationId="{6741FEA2-C046-FD82-2800-2CB513792080}"/>
          </ac:spMkLst>
        </pc:spChg>
      </pc:sldChg>
      <pc:sldChg chg="modSp add mod modNotesTx">
        <pc:chgData name="Xin Luo" userId="82312ee5779919a4" providerId="LiveId" clId="{2D256512-1F02-954A-8BB9-ABE91C332B30}" dt="2024-04-16T10:32:37.027" v="1961" actId="20577"/>
        <pc:sldMkLst>
          <pc:docMk/>
          <pc:sldMk cId="2182068740" sldId="2764"/>
        </pc:sldMkLst>
        <pc:spChg chg="mod">
          <ac:chgData name="Xin Luo" userId="82312ee5779919a4" providerId="LiveId" clId="{2D256512-1F02-954A-8BB9-ABE91C332B30}" dt="2024-04-16T10:21:01.713" v="1741" actId="20577"/>
          <ac:spMkLst>
            <pc:docMk/>
            <pc:sldMk cId="2182068740" sldId="2764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10:30:45.094" v="1841" actId="20577"/>
          <ac:spMkLst>
            <pc:docMk/>
            <pc:sldMk cId="2182068740" sldId="2764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2D256512-1F02-954A-8BB9-ABE91C332B30}" dt="2024-04-16T10:50:32.816" v="2100" actId="20577"/>
        <pc:sldMkLst>
          <pc:docMk/>
          <pc:sldMk cId="1921898556" sldId="2765"/>
        </pc:sldMkLst>
        <pc:spChg chg="add del mod">
          <ac:chgData name="Xin Luo" userId="82312ee5779919a4" providerId="LiveId" clId="{2D256512-1F02-954A-8BB9-ABE91C332B30}" dt="2024-04-16T10:50:32.816" v="2100" actId="20577"/>
          <ac:spMkLst>
            <pc:docMk/>
            <pc:sldMk cId="1921898556" sldId="2765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7T02:55:47.723" v="2325" actId="20577"/>
        <pc:sldMkLst>
          <pc:docMk/>
          <pc:sldMk cId="2158930716" sldId="2767"/>
        </pc:sldMkLst>
        <pc:spChg chg="mod">
          <ac:chgData name="Xin Luo" userId="82312ee5779919a4" providerId="LiveId" clId="{2D256512-1F02-954A-8BB9-ABE91C332B30}" dt="2024-04-17T02:55:47.723" v="2325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矢量数据格式：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shp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，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gpkg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矢量数据结构包含两部分：属性表，几何。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Qgis</a:t>
            </a:r>
            <a:r>
              <a:rPr lang="zh-CN" altLang="en-US" dirty="0"/>
              <a:t>软件读写回顾</a:t>
            </a:r>
          </a:p>
        </p:txBody>
      </p:sp>
    </p:spTree>
    <p:extLst>
      <p:ext uri="{BB962C8B-B14F-4D97-AF65-F5344CB8AC3E}">
        <p14:creationId xmlns:p14="http://schemas.microsoft.com/office/powerpoint/2010/main" val="513116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32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019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56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CFF6-521B-F307-2E30-42318FA8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FB1C06-90D4-3BCE-0463-362F57354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8C6C75-DE04-ACBC-109B-14CE03229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205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007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423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486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7280-7C0F-88A3-D74B-C26C714D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F089B0-FA44-3007-9A2A-AEE89B090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2D57B3-EDC1-6758-0EA1-ECA67C9F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959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368490" y="1685332"/>
            <a:ext cx="9747379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</a:t>
            </a:r>
            <a:r>
              <a:rPr lang="en-US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1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节：</a:t>
            </a:r>
            <a:r>
              <a:rPr lang="zh-CN" altLang="en-CN" sz="5400" b="1" dirty="0">
                <a:solidFill>
                  <a:srgbClr val="FF0000"/>
                </a:solidFill>
                <a:latin typeface="微软雅黑"/>
                <a:ea typeface="微软雅黑"/>
              </a:rPr>
              <a:t>矢量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数据读写及可视化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7752662" y="229140"/>
            <a:ext cx="424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空间数据处理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三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12968" y="3926571"/>
            <a:ext cx="6734646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CN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矢量</a:t>
              </a: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数据编辑及可视化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12969" y="2485719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50557"/>
              <a:ext cx="4645533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CN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矢量</a:t>
              </a: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数据读写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一、矢量信息读写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355600" y="1138860"/>
            <a:ext cx="95025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软件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查看信息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点击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properties/open attribute table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A1A6191-4613-890C-D272-626950D3E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09" y="2653837"/>
            <a:ext cx="4246934" cy="352184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DF43AFE-15CB-67F2-2BFA-98CB2C3B6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140" y="2653838"/>
            <a:ext cx="3802100" cy="3521847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4D406B6-F44B-A1E4-B507-866002633742}"/>
              </a:ext>
            </a:extLst>
          </p:cNvPr>
          <p:cNvGrpSpPr/>
          <p:nvPr/>
        </p:nvGrpSpPr>
        <p:grpSpPr>
          <a:xfrm>
            <a:off x="525299" y="2653838"/>
            <a:ext cx="2822100" cy="3728194"/>
            <a:chOff x="328873" y="2646581"/>
            <a:chExt cx="2822100" cy="3728194"/>
          </a:xfrm>
        </p:grpSpPr>
        <p:pic>
          <p:nvPicPr>
            <p:cNvPr id="13" name="Picture 1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4E089A0-6D6F-AFD4-316B-7C94A35065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1645"/>
            <a:stretch/>
          </p:blipFill>
          <p:spPr>
            <a:xfrm>
              <a:off x="328873" y="2646581"/>
              <a:ext cx="2822100" cy="3521847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4215D2-51AA-F394-B2FF-B164EF96A1FA}"/>
                </a:ext>
              </a:extLst>
            </p:cNvPr>
            <p:cNvSpPr/>
            <p:nvPr/>
          </p:nvSpPr>
          <p:spPr>
            <a:xfrm>
              <a:off x="1634773" y="5962081"/>
              <a:ext cx="1100381" cy="412694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17B587-7A11-20A8-784E-DD1689C615FA}"/>
                </a:ext>
              </a:extLst>
            </p:cNvPr>
            <p:cNvSpPr/>
            <p:nvPr/>
          </p:nvSpPr>
          <p:spPr>
            <a:xfrm>
              <a:off x="1851909" y="4309957"/>
              <a:ext cx="1100381" cy="412694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0735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195943" y="1046262"/>
            <a:ext cx="9662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软件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选择特征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点击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open attribute table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8F441D-46E8-C621-6725-F7375CACFB3B}"/>
              </a:ext>
            </a:extLst>
          </p:cNvPr>
          <p:cNvGrpSpPr/>
          <p:nvPr/>
        </p:nvGrpSpPr>
        <p:grpSpPr>
          <a:xfrm>
            <a:off x="195943" y="2629470"/>
            <a:ext cx="5900057" cy="3277844"/>
            <a:chOff x="0" y="2308410"/>
            <a:chExt cx="5858687" cy="3119870"/>
          </a:xfrm>
        </p:grpSpPr>
        <p:pic>
          <p:nvPicPr>
            <p:cNvPr id="11" name="Picture 1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CE0AD0E5-5497-4C93-C572-17E199B61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308410"/>
              <a:ext cx="5858687" cy="3119870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4215D2-51AA-F394-B2FF-B164EF96A1FA}"/>
                </a:ext>
              </a:extLst>
            </p:cNvPr>
            <p:cNvSpPr/>
            <p:nvPr/>
          </p:nvSpPr>
          <p:spPr>
            <a:xfrm>
              <a:off x="2491300" y="2497601"/>
              <a:ext cx="1100381" cy="412694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5053A4-A43A-3D39-96E0-7DBD3CE80E86}"/>
              </a:ext>
            </a:extLst>
          </p:cNvPr>
          <p:cNvGrpSpPr/>
          <p:nvPr/>
        </p:nvGrpSpPr>
        <p:grpSpPr>
          <a:xfrm>
            <a:off x="6321878" y="2629470"/>
            <a:ext cx="5674179" cy="3277844"/>
            <a:chOff x="3139364" y="3313253"/>
            <a:chExt cx="5336979" cy="3152302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83CDA59-7660-D352-0DA9-355348DAD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9142"/>
            <a:stretch>
              <a:fillRect/>
            </a:stretch>
          </p:blipFill>
          <p:spPr>
            <a:xfrm>
              <a:off x="3139364" y="3313253"/>
              <a:ext cx="5336979" cy="3152302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17B587-7A11-20A8-784E-DD1689C615FA}"/>
                </a:ext>
              </a:extLst>
            </p:cNvPr>
            <p:cNvSpPr/>
            <p:nvPr/>
          </p:nvSpPr>
          <p:spPr>
            <a:xfrm>
              <a:off x="5648406" y="4683057"/>
              <a:ext cx="1100381" cy="412694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748236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123372" y="988789"/>
            <a:ext cx="97202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写出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点击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export/save selected features as…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60D2BD3-8BEC-DD2B-C42C-E4832A1CB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8"/>
          <a:stretch>
            <a:fillRect/>
          </a:stretch>
        </p:blipFill>
        <p:spPr>
          <a:xfrm>
            <a:off x="3011714" y="2273868"/>
            <a:ext cx="5542280" cy="4459148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1565138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224971" y="902143"/>
            <a:ext cx="11908972" cy="1812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GeoPandas为在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开源库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基础上进行功能扩展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，以实现对地理空间数据的处理。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包含两种数据结构：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geopandas.Series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geopandas.GeoDataFrame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 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4" name="Picture 3" descr="A yellow squares with white text&#10;&#10;Description automatically generated">
            <a:extLst>
              <a:ext uri="{FF2B5EF4-FFF2-40B4-BE49-F238E27FC236}">
                <a16:creationId xmlns:a16="http://schemas.microsoft.com/office/drawing/2014/main" id="{AF67819C-8E49-92E5-601F-28B1434E4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029" y="2849040"/>
            <a:ext cx="6320072" cy="33713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77FF3D-CD3C-12D5-BADF-53A626EE3427}"/>
              </a:ext>
            </a:extLst>
          </p:cNvPr>
          <p:cNvSpPr txBox="1"/>
          <p:nvPr/>
        </p:nvSpPr>
        <p:spPr>
          <a:xfrm>
            <a:off x="3563966" y="6355078"/>
            <a:ext cx="4624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chemeClr val="bg2"/>
                </a:solidFill>
                <a:latin typeface="+mn-ea"/>
                <a:ea typeface="+mn-ea"/>
              </a:rPr>
              <a:t>geopandas.GeoDataFrame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34723980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1A34-27B6-315B-F52D-07DC7D0F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00C83FC-C249-5E20-4489-2EB2647C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一、矢量数据读写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11B13-7E46-D63B-AF06-1F510828EB9F}"/>
              </a:ext>
            </a:extLst>
          </p:cNvPr>
          <p:cNvSpPr txBox="1"/>
          <p:nvPr/>
        </p:nvSpPr>
        <p:spPr>
          <a:xfrm>
            <a:off x="341087" y="1011002"/>
            <a:ext cx="9517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E69734-E271-E875-CDA0-D95C81E98559}"/>
              </a:ext>
            </a:extLst>
          </p:cNvPr>
          <p:cNvSpPr txBox="1"/>
          <p:nvPr/>
        </p:nvSpPr>
        <p:spPr>
          <a:xfrm>
            <a:off x="341087" y="1580732"/>
            <a:ext cx="11538856" cy="5151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0" hangingPunct="0">
              <a:lnSpc>
                <a:spcPct val="200000"/>
              </a:lnSpc>
              <a:spcBef>
                <a:spcPct val="0"/>
              </a:spcBef>
            </a:pP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结合了 pandas（数据分析）和 shapely（几何操作）的功能，支持对</a:t>
            </a:r>
            <a:r>
              <a:rPr lang="zh-CN" altLang="zh-CN" u="sng" dirty="0">
                <a:solidFill>
                  <a:schemeClr val="bg2"/>
                </a:solidFill>
                <a:latin typeface="+mn-ea"/>
                <a:ea typeface="+mn-ea"/>
              </a:rPr>
              <a:t>矢量地理数据（如点、线、面）进行高效操作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b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核心特点：</a:t>
            </a:r>
          </a:p>
          <a:p>
            <a:pPr algn="l" eaLnBrk="0" hangingPunct="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提供 GeoDataFrame 和 GeoSeries 数据结构，</a:t>
            </a: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支持空间几何列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endParaRPr lang="zh-CN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集成空间关系计算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（相交、包含、距离等）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endParaRPr lang="zh-CN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支持读写多种地理数据格式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（如 Shapefile、GeoJSON）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endParaRPr lang="zh-CN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与 </a:t>
            </a:r>
            <a:r>
              <a:rPr lang="zh-CN" altLang="zh-CN" b="1" dirty="0">
                <a:solidFill>
                  <a:schemeClr val="bg2"/>
                </a:solidFill>
                <a:latin typeface="+mn-ea"/>
                <a:ea typeface="+mn-ea"/>
              </a:rPr>
              <a:t>matplotlib、folium 等库无缝结合</a:t>
            </a:r>
            <a:r>
              <a:rPr lang="zh-CN" altLang="zh-CN" dirty="0">
                <a:solidFill>
                  <a:schemeClr val="bg2"/>
                </a:solidFill>
                <a:latin typeface="+mn-ea"/>
                <a:ea typeface="+mn-ea"/>
              </a:rPr>
              <a:t>，实现地图可视化。</a:t>
            </a:r>
          </a:p>
        </p:txBody>
      </p:sp>
    </p:spTree>
    <p:extLst>
      <p:ext uri="{BB962C8B-B14F-4D97-AF65-F5344CB8AC3E}">
        <p14:creationId xmlns:p14="http://schemas.microsoft.com/office/powerpoint/2010/main" val="30971957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内置函数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312057" y="1138860"/>
            <a:ext cx="11306629" cy="5617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333333"/>
                </a:solidFill>
                <a:latin typeface="+mn-ea"/>
                <a:ea typeface="+mn-ea"/>
              </a:rPr>
              <a:t>数据读入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CN" sz="2800" dirty="0">
                <a:solidFill>
                  <a:srgbClr val="333333"/>
                </a:solidFill>
                <a:latin typeface="+mn-ea"/>
                <a:ea typeface="+mn-ea"/>
              </a:rPr>
              <a:t>.read_file()</a:t>
            </a:r>
          </a:p>
          <a:p>
            <a:pPr algn="just">
              <a:lnSpc>
                <a:spcPct val="150000"/>
              </a:lnSpc>
            </a:pPr>
            <a:r>
              <a:rPr lang="en-CN" sz="2800" b="1" dirty="0">
                <a:solidFill>
                  <a:srgbClr val="333333"/>
                </a:solidFill>
                <a:latin typeface="+mn-ea"/>
                <a:ea typeface="+mn-ea"/>
              </a:rPr>
              <a:t>数据查看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.head()</a:t>
            </a:r>
            <a:endParaRPr lang="en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333333"/>
                </a:solidFill>
                <a:latin typeface="+mn-ea"/>
                <a:ea typeface="+mn-ea"/>
              </a:rPr>
              <a:t>坐标系统查看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crs</a:t>
            </a:r>
            <a:endParaRPr lang="en-US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333333"/>
                </a:solidFill>
                <a:latin typeface="+mn-ea"/>
                <a:ea typeface="+mn-ea"/>
              </a:rPr>
              <a:t>矢量范围查看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.bounds, .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total_bounds</a:t>
            </a:r>
            <a:endParaRPr lang="en-US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333333"/>
                </a:solidFill>
                <a:latin typeface="+mn-ea"/>
                <a:ea typeface="+mn-ea"/>
              </a:rPr>
              <a:t>矢量数据写出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  <a:r>
              <a:rPr lang="en-US" sz="2800" dirty="0" err="1">
                <a:solidFill>
                  <a:srgbClr val="333333"/>
                </a:solidFill>
                <a:latin typeface="+mn-ea"/>
                <a:ea typeface="+mn-ea"/>
              </a:rPr>
              <a:t>to_file</a:t>
            </a: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333333"/>
                </a:solidFill>
                <a:latin typeface="+mn-ea"/>
                <a:ea typeface="+mn-ea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4320081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二、矢量数据编辑及可视化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33829" y="846749"/>
            <a:ext cx="100165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软件属性编辑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399143" y="1543372"/>
            <a:ext cx="9537337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点击编辑按键进入编辑状态，再次点击退出编辑状态。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C8B1F03-C403-B10A-6EB4-D14C3B8746CC}"/>
              </a:ext>
            </a:extLst>
          </p:cNvPr>
          <p:cNvGrpSpPr/>
          <p:nvPr/>
        </p:nvGrpSpPr>
        <p:grpSpPr>
          <a:xfrm>
            <a:off x="6255339" y="2287358"/>
            <a:ext cx="4632581" cy="4261735"/>
            <a:chOff x="1988138" y="2251921"/>
            <a:chExt cx="4632581" cy="4261735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1D982DC-A933-6982-C91E-8C245B4D66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0022"/>
            <a:stretch/>
          </p:blipFill>
          <p:spPr>
            <a:xfrm>
              <a:off x="2204338" y="2251921"/>
              <a:ext cx="4416381" cy="4261735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7EDA7B9-C8A5-AC7C-6A0D-2D8A5C1B3DAD}"/>
                </a:ext>
              </a:extLst>
            </p:cNvPr>
            <p:cNvSpPr/>
            <p:nvPr/>
          </p:nvSpPr>
          <p:spPr>
            <a:xfrm>
              <a:off x="1988138" y="2424415"/>
              <a:ext cx="1188536" cy="472439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888F7BC-489D-1339-9FED-3647C362BE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95" b="10793"/>
          <a:stretch>
            <a:fillRect/>
          </a:stretch>
        </p:blipFill>
        <p:spPr>
          <a:xfrm>
            <a:off x="1304080" y="2287357"/>
            <a:ext cx="4654288" cy="4261735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209403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52400" y="846749"/>
            <a:ext cx="1019793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软件添加字段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152400" y="1543372"/>
            <a:ext cx="9784080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点击“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open field calculator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”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E84AF6-94DE-89A7-AA87-635628A62B8E}"/>
              </a:ext>
            </a:extLst>
          </p:cNvPr>
          <p:cNvGrpSpPr/>
          <p:nvPr/>
        </p:nvGrpSpPr>
        <p:grpSpPr>
          <a:xfrm>
            <a:off x="1349694" y="2375086"/>
            <a:ext cx="4717589" cy="3511558"/>
            <a:chOff x="317664" y="2451938"/>
            <a:chExt cx="4336746" cy="3346978"/>
          </a:xfrm>
        </p:grpSpPr>
        <p:pic>
          <p:nvPicPr>
            <p:cNvPr id="8" name="Picture 7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2FFFAF9-3046-8B34-DB7D-348A034D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664" y="2451938"/>
              <a:ext cx="4336746" cy="3346978"/>
            </a:xfrm>
            <a:prstGeom prst="rect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A63554B-79BD-86BC-F728-E10A65553298}"/>
                </a:ext>
              </a:extLst>
            </p:cNvPr>
            <p:cNvSpPr/>
            <p:nvPr/>
          </p:nvSpPr>
          <p:spPr>
            <a:xfrm>
              <a:off x="2558827" y="2451938"/>
              <a:ext cx="891249" cy="472439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8CFD78C-D1FA-DD5F-5AFC-B5CBDA702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238" y="2384246"/>
            <a:ext cx="4304152" cy="3502398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8FF39F-5C92-6F74-E598-88082DFEACA0}"/>
              </a:ext>
            </a:extLst>
          </p:cNvPr>
          <p:cNvSpPr txBox="1"/>
          <p:nvPr/>
        </p:nvSpPr>
        <p:spPr>
          <a:xfrm>
            <a:off x="2048592" y="6011252"/>
            <a:ext cx="809481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计算面积长度时一般应确保矢量数据为投影坐标系。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071838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BD28-0E15-6E48-CFF8-5F20CA99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5665A89-57AF-0A16-8D46-F5263EB0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AE31-A4F1-169F-76FD-D208361ACF7B}"/>
              </a:ext>
            </a:extLst>
          </p:cNvPr>
          <p:cNvSpPr txBox="1"/>
          <p:nvPr/>
        </p:nvSpPr>
        <p:spPr>
          <a:xfrm>
            <a:off x="573314" y="846749"/>
            <a:ext cx="977702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C439A-59F2-5865-F536-D721946B0D64}"/>
              </a:ext>
            </a:extLst>
          </p:cNvPr>
          <p:cNvSpPr txBox="1"/>
          <p:nvPr/>
        </p:nvSpPr>
        <p:spPr>
          <a:xfrm>
            <a:off x="573314" y="1728431"/>
            <a:ext cx="9363166" cy="501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 err="1">
                <a:solidFill>
                  <a:srgbClr val="333333"/>
                </a:solidFill>
                <a:latin typeface="+mn-ea"/>
                <a:ea typeface="+mn-ea"/>
              </a:rPr>
              <a:t>数据可视化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.plot()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计算面积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geopandas.area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修改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添加属性变量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[‘attribute’] = [’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aaa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’, ’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bbb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’, …]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删除属性变量：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geopandas.drop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(’attribute’, axis)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创建</a:t>
            </a:r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geopandas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对象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geopandas.GeoDataFrame()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9304754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224971" y="1064872"/>
            <a:ext cx="1002847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486229" y="1783013"/>
            <a:ext cx="9419771" cy="66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练习课堂所讲内容。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2342</TotalTime>
  <Words>429</Words>
  <Application>Microsoft Office PowerPoint</Application>
  <PresentationFormat>宽屏</PresentationFormat>
  <Paragraphs>66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黑体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一、矢量数据读写</vt:lpstr>
      <vt:lpstr>一、矢量数据读写</vt:lpstr>
      <vt:lpstr>一、矢量数据读写</vt:lpstr>
      <vt:lpstr>一、矢量数据读写</vt:lpstr>
      <vt:lpstr>一、矢量数据读写</vt:lpstr>
      <vt:lpstr>一、python内置函数</vt:lpstr>
      <vt:lpstr>PowerPoint 演示文稿</vt:lpstr>
      <vt:lpstr>二、矢量数据编辑</vt:lpstr>
      <vt:lpstr>二、矢量数据编辑</vt:lpstr>
      <vt:lpstr>二、矢量数据编辑</vt:lpstr>
      <vt:lpstr>二、矢量数据编辑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</cp:revision>
  <dcterms:created xsi:type="dcterms:W3CDTF">2004-07-09T11:40:27Z</dcterms:created>
  <dcterms:modified xsi:type="dcterms:W3CDTF">2026-04-02T05:36:55Z</dcterms:modified>
</cp:coreProperties>
</file>