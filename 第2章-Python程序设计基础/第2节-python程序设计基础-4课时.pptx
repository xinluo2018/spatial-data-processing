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29"/>
  </p:notesMasterIdLst>
  <p:handoutMasterIdLst>
    <p:handoutMasterId r:id="rId30"/>
  </p:handoutMasterIdLst>
  <p:sldIdLst>
    <p:sldId id="2708" r:id="rId3"/>
    <p:sldId id="2772" r:id="rId4"/>
    <p:sldId id="2387" r:id="rId5"/>
    <p:sldId id="2709" r:id="rId6"/>
    <p:sldId id="2773" r:id="rId7"/>
    <p:sldId id="2788" r:id="rId8"/>
    <p:sldId id="2786" r:id="rId9"/>
    <p:sldId id="2789" r:id="rId10"/>
    <p:sldId id="2790" r:id="rId11"/>
    <p:sldId id="2791" r:id="rId12"/>
    <p:sldId id="2792" r:id="rId13"/>
    <p:sldId id="2720" r:id="rId14"/>
    <p:sldId id="2761" r:id="rId15"/>
    <p:sldId id="2793" r:id="rId16"/>
    <p:sldId id="2763" r:id="rId17"/>
    <p:sldId id="2794" r:id="rId18"/>
    <p:sldId id="2795" r:id="rId19"/>
    <p:sldId id="2447" r:id="rId20"/>
    <p:sldId id="2796" r:id="rId21"/>
    <p:sldId id="2769" r:id="rId22"/>
    <p:sldId id="2797" r:id="rId23"/>
    <p:sldId id="2787" r:id="rId24"/>
    <p:sldId id="2798" r:id="rId25"/>
    <p:sldId id="2799" r:id="rId26"/>
    <p:sldId id="2775" r:id="rId27"/>
    <p:sldId id="2760" r:id="rId28"/>
  </p:sldIdLst>
  <p:sldSz cx="12192000" cy="6858000"/>
  <p:notesSz cx="7099300" cy="10234613"/>
  <p:custDataLst>
    <p:tags r:id="rId31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4EE019-CF9B-0E46-99FD-A69435707418}" v="47" dt="2024-04-14T13:42:17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27"/>
    <p:restoredTop sz="84910" autoAdjust="0"/>
  </p:normalViewPr>
  <p:slideViewPr>
    <p:cSldViewPr snapToGrid="0">
      <p:cViewPr>
        <p:scale>
          <a:sx n="84" d="100"/>
          <a:sy n="84" d="100"/>
        </p:scale>
        <p:origin x="1712" y="1392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6F4EE019-CF9B-0E46-99FD-A69435707418}"/>
    <pc:docChg chg="undo custSel addSld delSld modSld sldOrd">
      <pc:chgData name="Xin Luo" userId="82312ee5779919a4" providerId="LiveId" clId="{6F4EE019-CF9B-0E46-99FD-A69435707418}" dt="2024-04-14T14:24:44.511" v="2505" actId="404"/>
      <pc:docMkLst>
        <pc:docMk/>
      </pc:docMkLst>
      <pc:sldChg chg="modSp mod">
        <pc:chgData name="Xin Luo" userId="82312ee5779919a4" providerId="LiveId" clId="{6F4EE019-CF9B-0E46-99FD-A69435707418}" dt="2024-04-14T05:52:00.889" v="166" actId="20577"/>
        <pc:sldMkLst>
          <pc:docMk/>
          <pc:sldMk cId="1576120367" sldId="2387"/>
        </pc:sldMkLst>
        <pc:spChg chg="mod">
          <ac:chgData name="Xin Luo" userId="82312ee5779919a4" providerId="LiveId" clId="{6F4EE019-CF9B-0E46-99FD-A69435707418}" dt="2024-04-14T05:47:53.569" v="109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6F4EE019-CF9B-0E46-99FD-A69435707418}" dt="2024-04-14T05:51:51.200" v="161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6F4EE019-CF9B-0E46-99FD-A69435707418}" dt="2024-04-14T05:52:00.889" v="166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05:58:19.523" v="187" actId="20577"/>
        <pc:sldMkLst>
          <pc:docMk/>
          <pc:sldMk cId="2415901206" sldId="2447"/>
        </pc:sldMkLst>
        <pc:spChg chg="mod">
          <ac:chgData name="Xin Luo" userId="82312ee5779919a4" providerId="LiveId" clId="{6F4EE019-CF9B-0E46-99FD-A69435707418}" dt="2024-04-14T05:58:19.523" v="18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14:24:44.511" v="2505" actId="404"/>
        <pc:sldMkLst>
          <pc:docMk/>
          <pc:sldMk cId="1658607177" sldId="2708"/>
        </pc:sldMkLst>
        <pc:spChg chg="mod">
          <ac:chgData name="Xin Luo" userId="82312ee5779919a4" providerId="LiveId" clId="{6F4EE019-CF9B-0E46-99FD-A69435707418}" dt="2024-04-14T05:45:35.680" v="50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6F4EE019-CF9B-0E46-99FD-A69435707418}" dt="2024-04-14T14:24:44.511" v="2505" actId="404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06:20:30.229" v="829" actId="20577"/>
        <pc:sldMkLst>
          <pc:docMk/>
          <pc:sldMk cId="481122590" sldId="2709"/>
        </pc:sldMkLst>
        <pc:spChg chg="mod">
          <ac:chgData name="Xin Luo" userId="82312ee5779919a4" providerId="LiveId" clId="{6F4EE019-CF9B-0E46-99FD-A69435707418}" dt="2024-04-14T06:20:30.229" v="829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Sp modSp mod">
        <pc:chgData name="Xin Luo" userId="82312ee5779919a4" providerId="LiveId" clId="{6F4EE019-CF9B-0E46-99FD-A69435707418}" dt="2024-04-14T14:23:28.998" v="2498" actId="20577"/>
        <pc:sldMkLst>
          <pc:docMk/>
          <pc:sldMk cId="3833073590" sldId="2716"/>
        </pc:sldMkLst>
        <pc:spChg chg="mod">
          <ac:chgData name="Xin Luo" userId="82312ee5779919a4" providerId="LiveId" clId="{6F4EE019-CF9B-0E46-99FD-A69435707418}" dt="2024-04-14T06:20:41.640" v="840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14:23:28.998" v="2498" actId="20577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00:06.974" v="1057" actId="20577"/>
          <ac:spMkLst>
            <pc:docMk/>
            <pc:sldMk cId="3833073590" sldId="2716"/>
            <ac:spMk id="6" creationId="{6741FEA2-C046-FD82-2800-2CB513792080}"/>
          </ac:spMkLst>
        </pc:spChg>
        <pc:picChg chg="del">
          <ac:chgData name="Xin Luo" userId="82312ee5779919a4" providerId="LiveId" clId="{6F4EE019-CF9B-0E46-99FD-A69435707418}" dt="2024-04-14T06:20:36.969" v="830" actId="478"/>
          <ac:picMkLst>
            <pc:docMk/>
            <pc:sldMk cId="3833073590" sldId="2716"/>
            <ac:picMk id="1030" creationId="{C93DB76E-C02F-05AC-2014-674F7E808ADA}"/>
          </ac:picMkLst>
        </pc:picChg>
      </pc:sldChg>
      <pc:sldChg chg="modSp mod">
        <pc:chgData name="Xin Luo" userId="82312ee5779919a4" providerId="LiveId" clId="{6F4EE019-CF9B-0E46-99FD-A69435707418}" dt="2024-04-14T08:22:07.674" v="1558" actId="20577"/>
        <pc:sldMkLst>
          <pc:docMk/>
          <pc:sldMk cId="972163772" sldId="2720"/>
        </pc:sldMkLst>
        <pc:spChg chg="mod">
          <ac:chgData name="Xin Luo" userId="82312ee5779919a4" providerId="LiveId" clId="{6F4EE019-CF9B-0E46-99FD-A69435707418}" dt="2024-04-14T08:22:07.674" v="155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13:43:01.397" v="1702" actId="20577"/>
        <pc:sldMkLst>
          <pc:docMk/>
          <pc:sldMk cId="2689695864" sldId="2721"/>
        </pc:sldMkLst>
        <pc:spChg chg="mod">
          <ac:chgData name="Xin Luo" userId="82312ee5779919a4" providerId="LiveId" clId="{6F4EE019-CF9B-0E46-99FD-A69435707418}" dt="2024-04-14T13:43:01.397" v="1702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08:22:39.042" v="1576" actId="20577"/>
          <ac:spMkLst>
            <pc:docMk/>
            <pc:sldMk cId="2689695864" sldId="2721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25:46.402" v="1647" actId="2710"/>
          <ac:spMkLst>
            <pc:docMk/>
            <pc:sldMk cId="2689695864" sldId="2721"/>
            <ac:spMk id="17" creationId="{9E05FFCA-3371-AF5C-381D-71D984055F5A}"/>
          </ac:spMkLst>
        </pc:spChg>
      </pc:sldChg>
      <pc:sldChg chg="del">
        <pc:chgData name="Xin Luo" userId="82312ee5779919a4" providerId="LiveId" clId="{6F4EE019-CF9B-0E46-99FD-A69435707418}" dt="2024-04-14T01:57:24.687" v="3" actId="2696"/>
        <pc:sldMkLst>
          <pc:docMk/>
          <pc:sldMk cId="1209572041" sldId="2722"/>
        </pc:sldMkLst>
      </pc:sldChg>
      <pc:sldChg chg="del">
        <pc:chgData name="Xin Luo" userId="82312ee5779919a4" providerId="LiveId" clId="{6F4EE019-CF9B-0E46-99FD-A69435707418}" dt="2024-04-14T01:59:58.393" v="9" actId="2696"/>
        <pc:sldMkLst>
          <pc:docMk/>
          <pc:sldMk cId="2510358707" sldId="2740"/>
        </pc:sldMkLst>
      </pc:sldChg>
      <pc:sldChg chg="del">
        <pc:chgData name="Xin Luo" userId="82312ee5779919a4" providerId="LiveId" clId="{6F4EE019-CF9B-0E46-99FD-A69435707418}" dt="2024-04-14T01:59:58.338" v="6" actId="2696"/>
        <pc:sldMkLst>
          <pc:docMk/>
          <pc:sldMk cId="3883315984" sldId="2744"/>
        </pc:sldMkLst>
      </pc:sldChg>
      <pc:sldChg chg="del">
        <pc:chgData name="Xin Luo" userId="82312ee5779919a4" providerId="LiveId" clId="{6F4EE019-CF9B-0E46-99FD-A69435707418}" dt="2024-04-14T01:59:58.368" v="8" actId="2696"/>
        <pc:sldMkLst>
          <pc:docMk/>
          <pc:sldMk cId="3741103209" sldId="2745"/>
        </pc:sldMkLst>
      </pc:sldChg>
      <pc:sldChg chg="del">
        <pc:chgData name="Xin Luo" userId="82312ee5779919a4" providerId="LiveId" clId="{6F4EE019-CF9B-0E46-99FD-A69435707418}" dt="2024-04-14T01:59:58.366" v="7" actId="2696"/>
        <pc:sldMkLst>
          <pc:docMk/>
          <pc:sldMk cId="322086101" sldId="2746"/>
        </pc:sldMkLst>
      </pc:sldChg>
      <pc:sldChg chg="del">
        <pc:chgData name="Xin Luo" userId="82312ee5779919a4" providerId="LiveId" clId="{6F4EE019-CF9B-0E46-99FD-A69435707418}" dt="2024-04-14T01:59:58.425" v="11" actId="2696"/>
        <pc:sldMkLst>
          <pc:docMk/>
          <pc:sldMk cId="2920839983" sldId="2747"/>
        </pc:sldMkLst>
      </pc:sldChg>
      <pc:sldChg chg="del">
        <pc:chgData name="Xin Luo" userId="82312ee5779919a4" providerId="LiveId" clId="{6F4EE019-CF9B-0E46-99FD-A69435707418}" dt="2024-04-14T01:59:58.440" v="12" actId="2696"/>
        <pc:sldMkLst>
          <pc:docMk/>
          <pc:sldMk cId="2081473989" sldId="2748"/>
        </pc:sldMkLst>
      </pc:sldChg>
      <pc:sldChg chg="del">
        <pc:chgData name="Xin Luo" userId="82312ee5779919a4" providerId="LiveId" clId="{6F4EE019-CF9B-0E46-99FD-A69435707418}" dt="2024-04-14T01:59:58.456" v="13" actId="2696"/>
        <pc:sldMkLst>
          <pc:docMk/>
          <pc:sldMk cId="1994915307" sldId="2749"/>
        </pc:sldMkLst>
      </pc:sldChg>
      <pc:sldChg chg="del">
        <pc:chgData name="Xin Luo" userId="82312ee5779919a4" providerId="LiveId" clId="{6F4EE019-CF9B-0E46-99FD-A69435707418}" dt="2024-04-14T01:57:24.683" v="1" actId="2696"/>
        <pc:sldMkLst>
          <pc:docMk/>
          <pc:sldMk cId="202264030" sldId="2750"/>
        </pc:sldMkLst>
      </pc:sldChg>
      <pc:sldChg chg="del">
        <pc:chgData name="Xin Luo" userId="82312ee5779919a4" providerId="LiveId" clId="{6F4EE019-CF9B-0E46-99FD-A69435707418}" dt="2024-04-14T01:59:50.983" v="5" actId="2696"/>
        <pc:sldMkLst>
          <pc:docMk/>
          <pc:sldMk cId="2371836296" sldId="2756"/>
        </pc:sldMkLst>
      </pc:sldChg>
      <pc:sldChg chg="del">
        <pc:chgData name="Xin Luo" userId="82312ee5779919a4" providerId="LiveId" clId="{6F4EE019-CF9B-0E46-99FD-A69435707418}" dt="2024-04-14T01:59:50.974" v="4" actId="2696"/>
        <pc:sldMkLst>
          <pc:docMk/>
          <pc:sldMk cId="397779649" sldId="2757"/>
        </pc:sldMkLst>
      </pc:sldChg>
      <pc:sldChg chg="del">
        <pc:chgData name="Xin Luo" userId="82312ee5779919a4" providerId="LiveId" clId="{6F4EE019-CF9B-0E46-99FD-A69435707418}" dt="2024-04-14T01:59:58.410" v="10" actId="2696"/>
        <pc:sldMkLst>
          <pc:docMk/>
          <pc:sldMk cId="1878724924" sldId="2758"/>
        </pc:sldMkLst>
      </pc:sldChg>
      <pc:sldChg chg="del">
        <pc:chgData name="Xin Luo" userId="82312ee5779919a4" providerId="LiveId" clId="{6F4EE019-CF9B-0E46-99FD-A69435707418}" dt="2024-04-14T01:57:24.680" v="0" actId="2696"/>
        <pc:sldMkLst>
          <pc:docMk/>
          <pc:sldMk cId="472418319" sldId="2759"/>
        </pc:sldMkLst>
      </pc:sldChg>
      <pc:sldChg chg="modSp mod">
        <pc:chgData name="Xin Luo" userId="82312ee5779919a4" providerId="LiveId" clId="{6F4EE019-CF9B-0E46-99FD-A69435707418}" dt="2024-04-14T14:23:05.135" v="2470" actId="20577"/>
        <pc:sldMkLst>
          <pc:docMk/>
          <pc:sldMk cId="1125183986" sldId="2760"/>
        </pc:sldMkLst>
        <pc:spChg chg="mod">
          <ac:chgData name="Xin Luo" userId="82312ee5779919a4" providerId="LiveId" clId="{6F4EE019-CF9B-0E46-99FD-A69435707418}" dt="2024-04-14T14:23:05.135" v="2470" actId="20577"/>
          <ac:spMkLst>
            <pc:docMk/>
            <pc:sldMk cId="1125183986" sldId="2760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14:22:09.384" v="2446" actId="1036"/>
          <ac:spMkLst>
            <pc:docMk/>
            <pc:sldMk cId="1125183986" sldId="2760"/>
            <ac:spMk id="13" creationId="{303BC878-BC57-D350-27A3-F03AE48213AC}"/>
          </ac:spMkLst>
        </pc:spChg>
      </pc:sldChg>
      <pc:sldChg chg="del">
        <pc:chgData name="Xin Luo" userId="82312ee5779919a4" providerId="LiveId" clId="{6F4EE019-CF9B-0E46-99FD-A69435707418}" dt="2024-04-14T01:57:24.685" v="2" actId="2696"/>
        <pc:sldMkLst>
          <pc:docMk/>
          <pc:sldMk cId="1417780723" sldId="2761"/>
        </pc:sldMkLst>
      </pc:sldChg>
      <pc:sldChg chg="addSp delSp modSp add mod ord">
        <pc:chgData name="Xin Luo" userId="82312ee5779919a4" providerId="LiveId" clId="{6F4EE019-CF9B-0E46-99FD-A69435707418}" dt="2024-04-14T06:19:11.497" v="793" actId="20577"/>
        <pc:sldMkLst>
          <pc:docMk/>
          <pc:sldMk cId="2024411194" sldId="2761"/>
        </pc:sldMkLst>
        <pc:spChg chg="mod">
          <ac:chgData name="Xin Luo" userId="82312ee5779919a4" providerId="LiveId" clId="{6F4EE019-CF9B-0E46-99FD-A69435707418}" dt="2024-04-14T06:19:11.497" v="793" actId="20577"/>
          <ac:spMkLst>
            <pc:docMk/>
            <pc:sldMk cId="2024411194" sldId="2761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05:58:36.924" v="206" actId="20577"/>
          <ac:spMkLst>
            <pc:docMk/>
            <pc:sldMk cId="2024411194" sldId="2761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6:07:00.345" v="396" actId="14100"/>
          <ac:spMkLst>
            <pc:docMk/>
            <pc:sldMk cId="2024411194" sldId="2761"/>
            <ac:spMk id="6" creationId="{6741FEA2-C046-FD82-2800-2CB513792080}"/>
          </ac:spMkLst>
        </pc:spChg>
        <pc:picChg chg="add mod">
          <ac:chgData name="Xin Luo" userId="82312ee5779919a4" providerId="LiveId" clId="{6F4EE019-CF9B-0E46-99FD-A69435707418}" dt="2024-04-14T06:07:06.005" v="398" actId="1076"/>
          <ac:picMkLst>
            <pc:docMk/>
            <pc:sldMk cId="2024411194" sldId="2761"/>
            <ac:picMk id="4" creationId="{9B747F7A-F4EF-8227-F557-9E225EE5CE74}"/>
          </ac:picMkLst>
        </pc:picChg>
        <pc:picChg chg="del">
          <ac:chgData name="Xin Luo" userId="82312ee5779919a4" providerId="LiveId" clId="{6F4EE019-CF9B-0E46-99FD-A69435707418}" dt="2024-04-14T05:58:54.119" v="207" actId="478"/>
          <ac:picMkLst>
            <pc:docMk/>
            <pc:sldMk cId="2024411194" sldId="2761"/>
            <ac:picMk id="1030" creationId="{C93DB76E-C02F-05AC-2014-674F7E808ADA}"/>
          </ac:picMkLst>
        </pc:picChg>
      </pc:sldChg>
      <pc:sldChg chg="addSp delSp modSp add mod">
        <pc:chgData name="Xin Luo" userId="82312ee5779919a4" providerId="LiveId" clId="{6F4EE019-CF9B-0E46-99FD-A69435707418}" dt="2024-04-14T06:18:47.790" v="776" actId="207"/>
        <pc:sldMkLst>
          <pc:docMk/>
          <pc:sldMk cId="2062870849" sldId="2762"/>
        </pc:sldMkLst>
        <pc:spChg chg="mod">
          <ac:chgData name="Xin Luo" userId="82312ee5779919a4" providerId="LiveId" clId="{6F4EE019-CF9B-0E46-99FD-A69435707418}" dt="2024-04-14T06:08:15.555" v="435" actId="20577"/>
          <ac:spMkLst>
            <pc:docMk/>
            <pc:sldMk cId="2062870849" sldId="2762"/>
            <ac:spMk id="2" creationId="{631AADB6-C88A-D817-4683-FC087E4E240F}"/>
          </ac:spMkLst>
        </pc:spChg>
        <pc:spChg chg="del">
          <ac:chgData name="Xin Luo" userId="82312ee5779919a4" providerId="LiveId" clId="{6F4EE019-CF9B-0E46-99FD-A69435707418}" dt="2024-04-14T06:05:08.459" v="383" actId="478"/>
          <ac:spMkLst>
            <pc:docMk/>
            <pc:sldMk cId="2062870849" sldId="2762"/>
            <ac:spMk id="6" creationId="{6741FEA2-C046-FD82-2800-2CB513792080}"/>
          </ac:spMkLst>
        </pc:spChg>
        <pc:spChg chg="add mod">
          <ac:chgData name="Xin Luo" userId="82312ee5779919a4" providerId="LiveId" clId="{6F4EE019-CF9B-0E46-99FD-A69435707418}" dt="2024-04-14T06:18:47.790" v="776" actId="207"/>
          <ac:spMkLst>
            <pc:docMk/>
            <pc:sldMk cId="2062870849" sldId="2762"/>
            <ac:spMk id="8" creationId="{CF0A46FB-7B1F-38BA-4783-7D8B17F03C9F}"/>
          </ac:spMkLst>
        </pc:spChg>
        <pc:picChg chg="add del mod">
          <ac:chgData name="Xin Luo" userId="82312ee5779919a4" providerId="LiveId" clId="{6F4EE019-CF9B-0E46-99FD-A69435707418}" dt="2024-04-14T06:07:10.281" v="399" actId="478"/>
          <ac:picMkLst>
            <pc:docMk/>
            <pc:sldMk cId="2062870849" sldId="2762"/>
            <ac:picMk id="5" creationId="{7F85D973-1C4E-01A4-27F4-270B00862B54}"/>
          </ac:picMkLst>
        </pc:picChg>
      </pc:sldChg>
      <pc:sldChg chg="modSp add mod">
        <pc:chgData name="Xin Luo" userId="82312ee5779919a4" providerId="LiveId" clId="{6F4EE019-CF9B-0E46-99FD-A69435707418}" dt="2024-04-14T14:23:42.622" v="2501" actId="20577"/>
        <pc:sldMkLst>
          <pc:docMk/>
          <pc:sldMk cId="2609645228" sldId="2763"/>
        </pc:sldMkLst>
        <pc:spChg chg="mod">
          <ac:chgData name="Xin Luo" userId="82312ee5779919a4" providerId="LiveId" clId="{6F4EE019-CF9B-0E46-99FD-A69435707418}" dt="2024-04-14T14:23:42.622" v="2501" actId="20577"/>
          <ac:spMkLst>
            <pc:docMk/>
            <pc:sldMk cId="2609645228" sldId="2763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00:17.440" v="1066" actId="20577"/>
          <ac:spMkLst>
            <pc:docMk/>
            <pc:sldMk cId="2609645228" sldId="2763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6F4EE019-CF9B-0E46-99FD-A69435707418}" dt="2024-04-14T14:23:47.864" v="2502"/>
        <pc:sldMkLst>
          <pc:docMk/>
          <pc:sldMk cId="3506380824" sldId="2764"/>
        </pc:sldMkLst>
        <pc:spChg chg="mod">
          <ac:chgData name="Xin Luo" userId="82312ee5779919a4" providerId="LiveId" clId="{6F4EE019-CF9B-0E46-99FD-A69435707418}" dt="2024-04-14T14:23:47.864" v="2502"/>
          <ac:spMkLst>
            <pc:docMk/>
            <pc:sldMk cId="3506380824" sldId="2764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19:51.386" v="1531" actId="2710"/>
          <ac:spMkLst>
            <pc:docMk/>
            <pc:sldMk cId="3506380824" sldId="2764"/>
            <ac:spMk id="6" creationId="{6741FEA2-C046-FD82-2800-2CB513792080}"/>
          </ac:spMkLst>
        </pc:spChg>
        <pc:spChg chg="add del">
          <ac:chgData name="Xin Luo" userId="82312ee5779919a4" providerId="LiveId" clId="{6F4EE019-CF9B-0E46-99FD-A69435707418}" dt="2024-04-14T08:16:38.996" v="1342" actId="22"/>
          <ac:spMkLst>
            <pc:docMk/>
            <pc:sldMk cId="3506380824" sldId="2764"/>
            <ac:spMk id="9" creationId="{1650CDD0-BAB5-BD6C-229A-CEDC2E2D3701}"/>
          </ac:spMkLst>
        </pc:spChg>
        <pc:graphicFrameChg chg="add del mod modGraphic">
          <ac:chgData name="Xin Luo" userId="82312ee5779919a4" providerId="LiveId" clId="{6F4EE019-CF9B-0E46-99FD-A69435707418}" dt="2024-04-14T08:19:45.263" v="1529" actId="478"/>
          <ac:graphicFrameMkLst>
            <pc:docMk/>
            <pc:sldMk cId="3506380824" sldId="2764"/>
            <ac:graphicFrameMk id="4" creationId="{609DF2EF-906B-9309-09E5-31320FE3F8F1}"/>
          </ac:graphicFrameMkLst>
        </pc:graphicFrameChg>
        <pc:graphicFrameChg chg="add mod modGraphic">
          <ac:chgData name="Xin Luo" userId="82312ee5779919a4" providerId="LiveId" clId="{6F4EE019-CF9B-0E46-99FD-A69435707418}" dt="2024-04-14T13:14:20.275" v="1648" actId="113"/>
          <ac:graphicFrameMkLst>
            <pc:docMk/>
            <pc:sldMk cId="3506380824" sldId="2764"/>
            <ac:graphicFrameMk id="5" creationId="{842BFBCA-9573-0586-F7F4-02CC91863DEB}"/>
          </ac:graphicFrameMkLst>
        </pc:graphicFrameChg>
        <pc:picChg chg="add del mod">
          <ac:chgData name="Xin Luo" userId="82312ee5779919a4" providerId="LiveId" clId="{6F4EE019-CF9B-0E46-99FD-A69435707418}" dt="2024-04-14T08:04:44.592" v="1089" actId="478"/>
          <ac:picMkLst>
            <pc:docMk/>
            <pc:sldMk cId="3506380824" sldId="2764"/>
            <ac:picMk id="1026" creationId="{ADCB918E-8C74-9D27-3542-C8AA90FF7EC1}"/>
          </ac:picMkLst>
        </pc:picChg>
        <pc:inkChg chg="add del">
          <ac:chgData name="Xin Luo" userId="82312ee5779919a4" providerId="LiveId" clId="{6F4EE019-CF9B-0E46-99FD-A69435707418}" dt="2024-04-14T08:16:05.977" v="1336" actId="9405"/>
          <ac:inkMkLst>
            <pc:docMk/>
            <pc:sldMk cId="3506380824" sldId="2764"/>
            <ac:inkMk id="7" creationId="{EE9E4CBE-E9DA-D39D-6F30-F3FDC864A3EF}"/>
          </ac:inkMkLst>
        </pc:inkChg>
      </pc:sldChg>
      <pc:sldChg chg="modSp add mod">
        <pc:chgData name="Xin Luo" userId="82312ee5779919a4" providerId="LiveId" clId="{6F4EE019-CF9B-0E46-99FD-A69435707418}" dt="2024-04-14T14:09:24.628" v="2284" actId="1076"/>
        <pc:sldMkLst>
          <pc:docMk/>
          <pc:sldMk cId="1464806993" sldId="2765"/>
        </pc:sldMkLst>
        <pc:spChg chg="mod">
          <ac:chgData name="Xin Luo" userId="82312ee5779919a4" providerId="LiveId" clId="{6F4EE019-CF9B-0E46-99FD-A69435707418}" dt="2024-04-14T13:46:23.086" v="2012" actId="20577"/>
          <ac:spMkLst>
            <pc:docMk/>
            <pc:sldMk cId="1464806993" sldId="2765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14:09:24.628" v="2284" actId="1076"/>
          <ac:spMkLst>
            <pc:docMk/>
            <pc:sldMk cId="1464806993" sldId="2765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98EC8ECB-A80D-1449-ACFE-0D931F29C13A}"/>
    <pc:docChg chg="undo custSel addSld delSld modSld">
      <pc:chgData name="Xin Luo" userId="82312ee5779919a4" providerId="LiveId" clId="{98EC8ECB-A80D-1449-ACFE-0D931F29C13A}" dt="2023-02-23T15:47:30.471" v="734" actId="478"/>
      <pc:docMkLst>
        <pc:docMk/>
      </pc:docMkLst>
      <pc:sldChg chg="modSp mod">
        <pc:chgData name="Xin Luo" userId="82312ee5779919a4" providerId="LiveId" clId="{98EC8ECB-A80D-1449-ACFE-0D931F29C13A}" dt="2023-02-23T15:07:38.481" v="282" actId="20577"/>
        <pc:sldMkLst>
          <pc:docMk/>
          <pc:sldMk cId="1576120367" sldId="2387"/>
        </pc:sldMkLst>
        <pc:spChg chg="mod">
          <ac:chgData name="Xin Luo" userId="82312ee5779919a4" providerId="LiveId" clId="{98EC8ECB-A80D-1449-ACFE-0D931F29C13A}" dt="2023-02-23T15:07:38.481" v="282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98EC8ECB-A80D-1449-ACFE-0D931F29C13A}" dt="2023-02-23T15:06:04.024" v="241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98EC8ECB-A80D-1449-ACFE-0D931F29C13A}" dt="2023-02-23T15:05:37.607" v="201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98EC8ECB-A80D-1449-ACFE-0D931F29C13A}" dt="2023-02-23T15:04:17.856" v="99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23:38.561" v="288" actId="20577"/>
        <pc:sldMkLst>
          <pc:docMk/>
          <pc:sldMk cId="2415901206" sldId="2447"/>
        </pc:sldMkLst>
        <pc:spChg chg="mod">
          <ac:chgData name="Xin Luo" userId="82312ee5779919a4" providerId="LiveId" clId="{98EC8ECB-A80D-1449-ACFE-0D931F29C13A}" dt="2023-02-23T15:23:38.561" v="28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98EC8ECB-A80D-1449-ACFE-0D931F29C13A}" dt="2023-02-23T15:32:00.813" v="490" actId="20577"/>
        <pc:sldMkLst>
          <pc:docMk/>
          <pc:sldMk cId="4067577602" sldId="2605"/>
        </pc:sldMkLst>
        <pc:spChg chg="mod">
          <ac:chgData name="Xin Luo" userId="82312ee5779919a4" providerId="LiveId" clId="{98EC8ECB-A80D-1449-ACFE-0D931F29C13A}" dt="2023-02-23T15:23:43.970" v="296" actId="20577"/>
          <ac:spMkLst>
            <pc:docMk/>
            <pc:sldMk cId="4067577602" sldId="2605"/>
            <ac:spMk id="3" creationId="{00000000-0000-0000-0000-000000000000}"/>
          </ac:spMkLst>
        </pc:spChg>
        <pc:spChg chg="add mod">
          <ac:chgData name="Xin Luo" userId="82312ee5779919a4" providerId="LiveId" clId="{98EC8ECB-A80D-1449-ACFE-0D931F29C13A}" dt="2023-02-23T15:32:00.813" v="490" actId="20577"/>
          <ac:spMkLst>
            <pc:docMk/>
            <pc:sldMk cId="4067577602" sldId="2605"/>
            <ac:spMk id="5" creationId="{78502774-B04C-634F-1396-E5815996BC36}"/>
          </ac:spMkLst>
        </pc:spChg>
        <pc:spChg chg="add del">
          <ac:chgData name="Xin Luo" userId="82312ee5779919a4" providerId="LiveId" clId="{98EC8ECB-A80D-1449-ACFE-0D931F29C13A}" dt="2023-02-23T15:31:17.254" v="472" actId="478"/>
          <ac:spMkLst>
            <pc:docMk/>
            <pc:sldMk cId="4067577602" sldId="2605"/>
            <ac:spMk id="8" creationId="{F79B8069-33FF-F2D3-2749-C72697740AC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5" creationId="{8F7436BD-0CD5-04DA-2B44-925CE86CF70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6" creationId="{5E1E7D79-A815-9A32-ABAB-129BFCE643F1}"/>
          </ac:spMkLst>
        </pc:spChg>
        <pc:spChg chg="del mod">
          <ac:chgData name="Xin Luo" userId="82312ee5779919a4" providerId="LiveId" clId="{98EC8ECB-A80D-1449-ACFE-0D931F29C13A}" dt="2023-02-23T15:23:47.004" v="297" actId="478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7" creationId="{C7993E05-4ADB-9D0C-E633-5749F445E47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28" creationId="{9FA49340-63F1-4959-1786-FD893DE76CE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0" creationId="{35CDAC06-D9CF-2AC8-535E-A1B01EC14218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2" creationId="{AFE202E8-A338-4627-93EE-5AD65BEE952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4" creationId="{D5CBEF68-23C0-8F4A-FA5F-CB6BCAE76176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6" creationId="{5E2738F1-9461-1F5B-3007-2AA2AD20C330}"/>
          </ac:picMkLst>
        </pc:picChg>
        <pc:cxnChg chg="del">
          <ac:chgData name="Xin Luo" userId="82312ee5779919a4" providerId="LiveId" clId="{98EC8ECB-A80D-1449-ACFE-0D931F29C13A}" dt="2023-02-23T15:23:49.248" v="298" actId="478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modSp mod">
        <pc:chgData name="Xin Luo" userId="82312ee5779919a4" providerId="LiveId" clId="{98EC8ECB-A80D-1449-ACFE-0D931F29C13A}" dt="2023-02-23T15:03:54.789" v="48" actId="20577"/>
        <pc:sldMkLst>
          <pc:docMk/>
          <pc:sldMk cId="1658607177" sldId="2708"/>
        </pc:sldMkLst>
        <pc:spChg chg="mod">
          <ac:chgData name="Xin Luo" userId="82312ee5779919a4" providerId="LiveId" clId="{98EC8ECB-A80D-1449-ACFE-0D931F29C13A}" dt="2023-02-23T15:03:29.071" v="4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98EC8ECB-A80D-1449-ACFE-0D931F29C13A}" dt="2023-02-23T15:03:54.789" v="48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16.929" v="710" actId="20577"/>
        <pc:sldMkLst>
          <pc:docMk/>
          <pc:sldMk cId="481122590" sldId="2709"/>
        </pc:sldMkLst>
        <pc:spChg chg="mod">
          <ac:chgData name="Xin Luo" userId="82312ee5779919a4" providerId="LiveId" clId="{98EC8ECB-A80D-1449-ACFE-0D931F29C13A}" dt="2023-02-23T15:46:16.929" v="710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36.362" v="717" actId="20577"/>
        <pc:sldMkLst>
          <pc:docMk/>
          <pc:sldMk cId="3833073590" sldId="2716"/>
        </pc:sldMkLst>
        <pc:spChg chg="mod">
          <ac:chgData name="Xin Luo" userId="82312ee5779919a4" providerId="LiveId" clId="{98EC8ECB-A80D-1449-ACFE-0D931F29C13A}" dt="2023-02-23T15:46:29.354" v="716" actId="108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6:36.362" v="717" actId="20577"/>
          <ac:spMkLst>
            <pc:docMk/>
            <pc:sldMk cId="3833073590" sldId="2716"/>
            <ac:spMk id="5" creationId="{9F4AEA98-0C33-E82A-EB75-839D0F0B55A4}"/>
          </ac:spMkLst>
        </pc:spChg>
      </pc:sldChg>
      <pc:sldChg chg="modSp mod">
        <pc:chgData name="Xin Luo" userId="82312ee5779919a4" providerId="LiveId" clId="{98EC8ECB-A80D-1449-ACFE-0D931F29C13A}" dt="2023-02-23T15:47:08.933" v="728" actId="20577"/>
        <pc:sldMkLst>
          <pc:docMk/>
          <pc:sldMk cId="972163772" sldId="2720"/>
        </pc:sldMkLst>
        <pc:spChg chg="mod">
          <ac:chgData name="Xin Luo" userId="82312ee5779919a4" providerId="LiveId" clId="{98EC8ECB-A80D-1449-ACFE-0D931F29C13A}" dt="2023-02-23T15:47:00.360" v="722" actId="1076"/>
          <ac:spMkLst>
            <pc:docMk/>
            <pc:sldMk cId="972163772" sldId="2720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7:08.933" v="72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7:17.016" v="729"/>
        <pc:sldMkLst>
          <pc:docMk/>
          <pc:sldMk cId="2689695864" sldId="2721"/>
        </pc:sldMkLst>
        <pc:spChg chg="mod">
          <ac:chgData name="Xin Luo" userId="82312ee5779919a4" providerId="LiveId" clId="{98EC8ECB-A80D-1449-ACFE-0D931F29C13A}" dt="2023-02-23T15:47:17.016" v="729"/>
          <ac:spMkLst>
            <pc:docMk/>
            <pc:sldMk cId="2689695864" sldId="2721"/>
            <ac:spMk id="3" creationId="{00000000-0000-0000-0000-000000000000}"/>
          </ac:spMkLst>
        </pc:spChg>
      </pc:sldChg>
      <pc:sldChg chg="delSp modSp mod">
        <pc:chgData name="Xin Luo" userId="82312ee5779919a4" providerId="LiveId" clId="{98EC8ECB-A80D-1449-ACFE-0D931F29C13A}" dt="2023-02-23T15:47:30.471" v="734" actId="478"/>
        <pc:sldMkLst>
          <pc:docMk/>
          <pc:sldMk cId="1209572041" sldId="2722"/>
        </pc:sldMkLst>
        <pc:spChg chg="del mod">
          <ac:chgData name="Xin Luo" userId="82312ee5779919a4" providerId="LiveId" clId="{98EC8ECB-A80D-1449-ACFE-0D931F29C13A}" dt="2023-02-23T15:47:30.471" v="734" actId="478"/>
          <ac:spMkLst>
            <pc:docMk/>
            <pc:sldMk cId="1209572041" sldId="2722"/>
            <ac:spMk id="14" creationId="{0DADB612-499B-577C-8C56-FA81A4204DD1}"/>
          </ac:spMkLst>
        </pc:spChg>
      </pc:sldChg>
      <pc:sldChg chg="del">
        <pc:chgData name="Xin Luo" userId="82312ee5779919a4" providerId="LiveId" clId="{98EC8ECB-A80D-1449-ACFE-0D931F29C13A}" dt="2023-02-23T15:46:08.434" v="701" actId="2696"/>
        <pc:sldMkLst>
          <pc:docMk/>
          <pc:sldMk cId="353940032" sldId="2725"/>
        </pc:sldMkLst>
      </pc:sldChg>
      <pc:sldChg chg="del">
        <pc:chgData name="Xin Luo" userId="82312ee5779919a4" providerId="LiveId" clId="{98EC8ECB-A80D-1449-ACFE-0D931F29C13A}" dt="2023-02-23T15:46:08.455" v="709" actId="2696"/>
        <pc:sldMkLst>
          <pc:docMk/>
          <pc:sldMk cId="45083394" sldId="2726"/>
        </pc:sldMkLst>
      </pc:sldChg>
      <pc:sldChg chg="del">
        <pc:chgData name="Xin Luo" userId="82312ee5779919a4" providerId="LiveId" clId="{98EC8ECB-A80D-1449-ACFE-0D931F29C13A}" dt="2023-02-23T15:46:08.437" v="702" actId="2696"/>
        <pc:sldMkLst>
          <pc:docMk/>
          <pc:sldMk cId="148985918" sldId="2727"/>
        </pc:sldMkLst>
      </pc:sldChg>
      <pc:sldChg chg="del">
        <pc:chgData name="Xin Luo" userId="82312ee5779919a4" providerId="LiveId" clId="{98EC8ECB-A80D-1449-ACFE-0D931F29C13A}" dt="2023-02-23T15:46:08.445" v="706" actId="2696"/>
        <pc:sldMkLst>
          <pc:docMk/>
          <pc:sldMk cId="3544980656" sldId="2728"/>
        </pc:sldMkLst>
      </pc:sldChg>
      <pc:sldChg chg="del">
        <pc:chgData name="Xin Luo" userId="82312ee5779919a4" providerId="LiveId" clId="{98EC8ECB-A80D-1449-ACFE-0D931F29C13A}" dt="2023-02-23T15:46:08.448" v="708" actId="2696"/>
        <pc:sldMkLst>
          <pc:docMk/>
          <pc:sldMk cId="1664139585" sldId="2729"/>
        </pc:sldMkLst>
      </pc:sldChg>
      <pc:sldChg chg="del">
        <pc:chgData name="Xin Luo" userId="82312ee5779919a4" providerId="LiveId" clId="{98EC8ECB-A80D-1449-ACFE-0D931F29C13A}" dt="2023-02-23T15:46:08.446" v="707" actId="2696"/>
        <pc:sldMkLst>
          <pc:docMk/>
          <pc:sldMk cId="3561803108" sldId="2730"/>
        </pc:sldMkLst>
      </pc:sldChg>
      <pc:sldChg chg="del">
        <pc:chgData name="Xin Luo" userId="82312ee5779919a4" providerId="LiveId" clId="{98EC8ECB-A80D-1449-ACFE-0D931F29C13A}" dt="2023-02-23T15:46:08.439" v="703" actId="2696"/>
        <pc:sldMkLst>
          <pc:docMk/>
          <pc:sldMk cId="236610701" sldId="2731"/>
        </pc:sldMkLst>
      </pc:sldChg>
      <pc:sldChg chg="del">
        <pc:chgData name="Xin Luo" userId="82312ee5779919a4" providerId="LiveId" clId="{98EC8ECB-A80D-1449-ACFE-0D931F29C13A}" dt="2023-02-23T15:46:08.441" v="704" actId="2696"/>
        <pc:sldMkLst>
          <pc:docMk/>
          <pc:sldMk cId="1986913413" sldId="2732"/>
        </pc:sldMkLst>
      </pc:sldChg>
      <pc:sldChg chg="del">
        <pc:chgData name="Xin Luo" userId="82312ee5779919a4" providerId="LiveId" clId="{98EC8ECB-A80D-1449-ACFE-0D931F29C13A}" dt="2023-02-23T15:46:08.443" v="705" actId="2696"/>
        <pc:sldMkLst>
          <pc:docMk/>
          <pc:sldMk cId="270311508" sldId="2733"/>
        </pc:sldMkLst>
      </pc:sldChg>
      <pc:sldChg chg="del">
        <pc:chgData name="Xin Luo" userId="82312ee5779919a4" providerId="LiveId" clId="{98EC8ECB-A80D-1449-ACFE-0D931F29C13A}" dt="2023-02-23T15:47:22.827" v="730" actId="2696"/>
        <pc:sldMkLst>
          <pc:docMk/>
          <pc:sldMk cId="3138813826" sldId="2734"/>
        </pc:sldMkLst>
      </pc:sldChg>
      <pc:sldChg chg="del">
        <pc:chgData name="Xin Luo" userId="82312ee5779919a4" providerId="LiveId" clId="{98EC8ECB-A80D-1449-ACFE-0D931F29C13A}" dt="2023-02-23T15:47:22.864" v="732" actId="2696"/>
        <pc:sldMkLst>
          <pc:docMk/>
          <pc:sldMk cId="128317883" sldId="2735"/>
        </pc:sldMkLst>
      </pc:sldChg>
      <pc:sldChg chg="del">
        <pc:chgData name="Xin Luo" userId="82312ee5779919a4" providerId="LiveId" clId="{98EC8ECB-A80D-1449-ACFE-0D931F29C13A}" dt="2023-02-23T15:47:22.829" v="731" actId="2696"/>
        <pc:sldMkLst>
          <pc:docMk/>
          <pc:sldMk cId="383906436" sldId="2736"/>
        </pc:sldMkLst>
      </pc:sldChg>
      <pc:sldChg chg="addSp delSp modSp add mod">
        <pc:chgData name="Xin Luo" userId="82312ee5779919a4" providerId="LiveId" clId="{98EC8ECB-A80D-1449-ACFE-0D931F29C13A}" dt="2023-02-23T15:45:27.987" v="683" actId="1037"/>
        <pc:sldMkLst>
          <pc:docMk/>
          <pc:sldMk cId="655142816" sldId="2737"/>
        </pc:sldMkLst>
        <pc:spChg chg="add del mod">
          <ac:chgData name="Xin Luo" userId="82312ee5779919a4" providerId="LiveId" clId="{98EC8ECB-A80D-1449-ACFE-0D931F29C13A}" dt="2023-02-23T15:36:38.445" v="650" actId="20577"/>
          <ac:spMkLst>
            <pc:docMk/>
            <pc:sldMk cId="655142816" sldId="2737"/>
            <ac:spMk id="5" creationId="{78502774-B04C-634F-1396-E5815996BC36}"/>
          </ac:spMkLst>
        </pc:spChg>
        <pc:spChg chg="del mod">
          <ac:chgData name="Xin Luo" userId="82312ee5779919a4" providerId="LiveId" clId="{98EC8ECB-A80D-1449-ACFE-0D931F29C13A}" dt="2023-02-23T15:31:28.203" v="477" actId="478"/>
          <ac:spMkLst>
            <pc:docMk/>
            <pc:sldMk cId="655142816" sldId="2737"/>
            <ac:spMk id="8" creationId="{F79B8069-33FF-F2D3-2749-C72697740ACD}"/>
          </ac:spMkLst>
        </pc:sp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6" creationId="{75908E15-58DA-73BD-95F9-CACD1B8B9D82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8" creationId="{1E2BFB6C-B7E5-CAF9-B8CC-09A5029EC264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0" creationId="{CB7EE236-3D18-EC53-3225-10EBB3B4EC77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2" creationId="{BFA8C7BD-9CEC-ADA1-21BA-0EE8338C6EA3}"/>
          </ac:picMkLst>
        </pc:picChg>
      </pc:sldChg>
    </pc:docChg>
  </pc:docChgLst>
  <pc:docChgLst>
    <pc:chgData name="Xin Luo" userId="82312ee5779919a4" providerId="LiveId" clId="{A508F461-0D73-864F-B88A-277BCD613B0A}"/>
    <pc:docChg chg="modSld">
      <pc:chgData name="Xin Luo" userId="82312ee5779919a4" providerId="LiveId" clId="{A508F461-0D73-864F-B88A-277BCD613B0A}" dt="2023-09-11T02:08:48.074" v="121" actId="1076"/>
      <pc:docMkLst>
        <pc:docMk/>
      </pc:docMkLst>
      <pc:sldChg chg="modSp mod">
        <pc:chgData name="Xin Luo" userId="82312ee5779919a4" providerId="LiveId" clId="{A508F461-0D73-864F-B88A-277BCD613B0A}" dt="2023-09-11T01:25:36.157" v="49" actId="255"/>
        <pc:sldMkLst>
          <pc:docMk/>
          <pc:sldMk cId="1209572041" sldId="2722"/>
        </pc:sldMkLst>
        <pc:spChg chg="mod">
          <ac:chgData name="Xin Luo" userId="82312ee5779919a4" providerId="LiveId" clId="{A508F461-0D73-864F-B88A-277BCD613B0A}" dt="2023-09-11T01:25:36.157" v="49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modSp mod">
        <pc:chgData name="Xin Luo" userId="82312ee5779919a4" providerId="LiveId" clId="{A508F461-0D73-864F-B88A-277BCD613B0A}" dt="2023-09-11T02:08:48.074" v="121" actId="1076"/>
        <pc:sldMkLst>
          <pc:docMk/>
          <pc:sldMk cId="3151170836" sldId="2742"/>
        </pc:sldMkLst>
        <pc:spChg chg="mod">
          <ac:chgData name="Xin Luo" userId="82312ee5779919a4" providerId="LiveId" clId="{A508F461-0D73-864F-B88A-277BCD613B0A}" dt="2023-09-11T02:08:48.074" v="121" actId="1076"/>
          <ac:spMkLst>
            <pc:docMk/>
            <pc:sldMk cId="3151170836" sldId="2742"/>
            <ac:spMk id="6" creationId="{FA343B24-C04E-C7D0-D427-DA131ECB74AB}"/>
          </ac:spMkLst>
        </pc:spChg>
      </pc:sldChg>
      <pc:sldChg chg="modSp mod">
        <pc:chgData name="Xin Luo" userId="82312ee5779919a4" providerId="LiveId" clId="{A508F461-0D73-864F-B88A-277BCD613B0A}" dt="2023-09-11T01:24:19.474" v="26" actId="255"/>
        <pc:sldMkLst>
          <pc:docMk/>
          <pc:sldMk cId="3741103209" sldId="2745"/>
        </pc:sldMkLst>
        <pc:spChg chg="mod">
          <ac:chgData name="Xin Luo" userId="82312ee5779919a4" providerId="LiveId" clId="{A508F461-0D73-864F-B88A-277BCD613B0A}" dt="2023-09-11T01:24:19.474" v="26" actId="255"/>
          <ac:spMkLst>
            <pc:docMk/>
            <pc:sldMk cId="3741103209" sldId="2745"/>
            <ac:spMk id="17" creationId="{9E05FFCA-3371-AF5C-381D-71D984055F5A}"/>
          </ac:spMkLst>
        </pc:spChg>
      </pc:sldChg>
      <pc:sldChg chg="modSp mod">
        <pc:chgData name="Xin Luo" userId="82312ee5779919a4" providerId="LiveId" clId="{A508F461-0D73-864F-B88A-277BCD613B0A}" dt="2023-09-11T01:25:10.921" v="46" actId="1035"/>
        <pc:sldMkLst>
          <pc:docMk/>
          <pc:sldMk cId="2081473989" sldId="2748"/>
        </pc:sldMkLst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5" creationId="{DAE75BEB-15B0-6AD3-FEA5-24688F0C9399}"/>
          </ac:spMkLst>
        </pc:spChg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A508F461-0D73-864F-B88A-277BCD613B0A}" dt="2023-09-11T01:25:03.190" v="37" actId="2710"/>
          <ac:spMkLst>
            <pc:docMk/>
            <pc:sldMk cId="2081473989" sldId="2748"/>
            <ac:spMk id="17" creationId="{9E05FFCA-3371-AF5C-381D-71D984055F5A}"/>
          </ac:spMkLst>
        </pc:sp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8" creationId="{79143EB1-6171-6D6B-E065-52F98AD03CCA}"/>
          </ac:picMkLst>
        </pc:pic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12" creationId="{CD5784D5-D55B-B02C-C48B-B4566A95D7A5}"/>
          </ac:picMkLst>
        </pc:picChg>
      </pc:sldChg>
      <pc:sldChg chg="modSp mod">
        <pc:chgData name="Xin Luo" userId="82312ee5779919a4" providerId="LiveId" clId="{A508F461-0D73-864F-B88A-277BCD613B0A}" dt="2023-09-11T01:23:28.376" v="25" actId="1037"/>
        <pc:sldMkLst>
          <pc:docMk/>
          <pc:sldMk cId="2927474256" sldId="2754"/>
        </pc:sldMkLst>
        <pc:spChg chg="mod">
          <ac:chgData name="Xin Luo" userId="82312ee5779919a4" providerId="LiveId" clId="{A508F461-0D73-864F-B88A-277BCD613B0A}" dt="2023-09-11T01:23:28.376" v="25" actId="1037"/>
          <ac:spMkLst>
            <pc:docMk/>
            <pc:sldMk cId="2927474256" sldId="2754"/>
            <ac:spMk id="17" creationId="{8CFF8A22-C033-47DF-8707-CA76F142CBBA}"/>
          </ac:spMkLst>
        </pc:spChg>
        <pc:grpChg chg="mod">
          <ac:chgData name="Xin Luo" userId="82312ee5779919a4" providerId="LiveId" clId="{A508F461-0D73-864F-B88A-277BCD613B0A}" dt="2023-09-11T01:23:15.792" v="0" actId="1037"/>
          <ac:grpSpMkLst>
            <pc:docMk/>
            <pc:sldMk cId="2927474256" sldId="2754"/>
            <ac:grpSpMk id="20" creationId="{8AA7B3E2-1D42-96C9-43F0-1F320D3EFD63}"/>
          </ac:grpSpMkLst>
        </pc:grpChg>
        <pc:picChg chg="mod">
          <ac:chgData name="Xin Luo" userId="82312ee5779919a4" providerId="LiveId" clId="{A508F461-0D73-864F-B88A-277BCD613B0A}" dt="2023-09-11T01:23:18.846" v="10" actId="1038"/>
          <ac:picMkLst>
            <pc:docMk/>
            <pc:sldMk cId="2927474256" sldId="2754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44968A38-E2ED-AB49-A7AA-4E241E470C4E}"/>
    <pc:docChg chg="custSel addSld modSld">
      <pc:chgData name="Xin Luo" userId="82312ee5779919a4" providerId="LiveId" clId="{44968A38-E2ED-AB49-A7AA-4E241E470C4E}" dt="2024-04-06T05:28:09.746" v="48" actId="20577"/>
      <pc:docMkLst>
        <pc:docMk/>
      </pc:docMkLst>
      <pc:sldChg chg="addSp delSp modSp mod">
        <pc:chgData name="Xin Luo" userId="82312ee5779919a4" providerId="LiveId" clId="{44968A38-E2ED-AB49-A7AA-4E241E470C4E}" dt="2024-04-06T05:28:09.746" v="48" actId="20577"/>
        <pc:sldMkLst>
          <pc:docMk/>
          <pc:sldMk cId="1209572041" sldId="2722"/>
        </pc:sldMkLst>
        <pc:spChg chg="mod">
          <ac:chgData name="Xin Luo" userId="82312ee5779919a4" providerId="LiveId" clId="{44968A38-E2ED-AB49-A7AA-4E241E470C4E}" dt="2024-04-06T05:28:09.746" v="48" actId="20577"/>
          <ac:spMkLst>
            <pc:docMk/>
            <pc:sldMk cId="1209572041" sldId="2722"/>
            <ac:spMk id="11" creationId="{53A7E693-8098-76C4-CD5D-47166ABEB164}"/>
          </ac:spMkLst>
        </pc:spChg>
        <pc:spChg chg="del">
          <ac:chgData name="Xin Luo" userId="82312ee5779919a4" providerId="LiveId" clId="{44968A38-E2ED-AB49-A7AA-4E241E470C4E}" dt="2024-04-06T03:15:41.935" v="2" actId="478"/>
          <ac:spMkLst>
            <pc:docMk/>
            <pc:sldMk cId="1209572041" sldId="2722"/>
            <ac:spMk id="13" creationId="{303BC878-BC57-D350-27A3-F03AE48213AC}"/>
          </ac:spMkLst>
        </pc:spChg>
        <pc:picChg chg="add del mod">
          <ac:chgData name="Xin Luo" userId="82312ee5779919a4" providerId="LiveId" clId="{44968A38-E2ED-AB49-A7AA-4E241E470C4E}" dt="2024-04-06T03:17:10.354" v="11" actId="478"/>
          <ac:picMkLst>
            <pc:docMk/>
            <pc:sldMk cId="1209572041" sldId="2722"/>
            <ac:picMk id="4" creationId="{72641C54-2AA3-804C-A31F-7C3A27A0CD85}"/>
          </ac:picMkLst>
        </pc:picChg>
        <pc:picChg chg="add mod">
          <ac:chgData name="Xin Luo" userId="82312ee5779919a4" providerId="LiveId" clId="{44968A38-E2ED-AB49-A7AA-4E241E470C4E}" dt="2024-04-06T03:16:12.957" v="9"/>
          <ac:picMkLst>
            <pc:docMk/>
            <pc:sldMk cId="1209572041" sldId="2722"/>
            <ac:picMk id="6" creationId="{6D5D3EA7-6E0C-64ED-506E-916744BC645B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8" creationId="{B220845A-E0D1-4B72-AEC5-8BB95B5A486D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10" creationId="{1A128217-E358-6641-EA3F-CEFFB8B3B374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14" creationId="{A5FA40EC-58DE-9083-1ABE-4D0A007E5831}"/>
          </ac:picMkLst>
        </pc:picChg>
      </pc:sldChg>
      <pc:sldChg chg="add">
        <pc:chgData name="Xin Luo" userId="82312ee5779919a4" providerId="LiveId" clId="{44968A38-E2ED-AB49-A7AA-4E241E470C4E}" dt="2024-04-06T03:15:35.142" v="0"/>
        <pc:sldMkLst>
          <pc:docMk/>
          <pc:sldMk cId="472418319" sldId="2759"/>
        </pc:sldMkLst>
      </pc:sldChg>
      <pc:sldChg chg="add">
        <pc:chgData name="Xin Luo" userId="82312ee5779919a4" providerId="LiveId" clId="{44968A38-E2ED-AB49-A7AA-4E241E470C4E}" dt="2024-04-06T03:15:37.385" v="1"/>
        <pc:sldMkLst>
          <pc:docMk/>
          <pc:sldMk cId="1125183986" sldId="2760"/>
        </pc:sldMkLst>
      </pc:sldChg>
      <pc:sldChg chg="add">
        <pc:chgData name="Xin Luo" userId="82312ee5779919a4" providerId="LiveId" clId="{44968A38-E2ED-AB49-A7AA-4E241E470C4E}" dt="2024-04-06T03:16:16.152" v="10"/>
        <pc:sldMkLst>
          <pc:docMk/>
          <pc:sldMk cId="1417780723" sldId="2761"/>
        </pc:sldMkLst>
      </pc:sldChg>
    </pc:docChg>
  </pc:docChgLst>
  <pc:docChgLst>
    <pc:chgData name="Xin Luo" userId="82312ee5779919a4" providerId="LiveId" clId="{ABECCF1F-1CAA-3A42-9710-47D9CB1C5B21}"/>
    <pc:docChg chg="undo custSel addSld modSld sldOrd">
      <pc:chgData name="Xin Luo" userId="82312ee5779919a4" providerId="LiveId" clId="{ABECCF1F-1CAA-3A42-9710-47D9CB1C5B21}" dt="2023-08-21T09:31:16.266" v="879" actId="20577"/>
      <pc:docMkLst>
        <pc:docMk/>
      </pc:docMkLst>
      <pc:sldChg chg="modSp mod">
        <pc:chgData name="Xin Luo" userId="82312ee5779919a4" providerId="LiveId" clId="{ABECCF1F-1CAA-3A42-9710-47D9CB1C5B21}" dt="2023-08-21T02:55:15.471" v="67" actId="20577"/>
        <pc:sldMkLst>
          <pc:docMk/>
          <pc:sldMk cId="1576120367" sldId="2387"/>
        </pc:sldMkLst>
        <pc:spChg chg="mod">
          <ac:chgData name="Xin Luo" userId="82312ee5779919a4" providerId="LiveId" clId="{ABECCF1F-1CAA-3A42-9710-47D9CB1C5B21}" dt="2023-08-21T02:55:15.471" v="67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ABECCF1F-1CAA-3A42-9710-47D9CB1C5B21}" dt="2023-08-21T02:38:36.931" v="38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ABECCF1F-1CAA-3A42-9710-47D9CB1C5B21}" dt="2023-08-21T03:50:02.826" v="70" actId="14100"/>
        <pc:sldMkLst>
          <pc:docMk/>
          <pc:sldMk cId="3833073590" sldId="2716"/>
        </pc:sldMkLst>
        <pc:spChg chg="mod">
          <ac:chgData name="Xin Luo" userId="82312ee5779919a4" providerId="LiveId" clId="{ABECCF1F-1CAA-3A42-9710-47D9CB1C5B21}" dt="2023-08-21T03:50:02.826" v="70" actId="14100"/>
          <ac:spMkLst>
            <pc:docMk/>
            <pc:sldMk cId="3833073590" sldId="2716"/>
            <ac:spMk id="6" creationId="{6741FEA2-C046-FD82-2800-2CB513792080}"/>
          </ac:spMkLst>
        </pc:spChg>
        <pc:picChg chg="mod">
          <ac:chgData name="Xin Luo" userId="82312ee5779919a4" providerId="LiveId" clId="{ABECCF1F-1CAA-3A42-9710-47D9CB1C5B21}" dt="2023-08-21T03:50:00.106" v="69" actId="1076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ABECCF1F-1CAA-3A42-9710-47D9CB1C5B21}" dt="2023-08-21T03:52:56.239" v="118"/>
        <pc:sldMkLst>
          <pc:docMk/>
          <pc:sldMk cId="2776132283" sldId="2739"/>
        </pc:sldMkLst>
        <pc:spChg chg="add del mod">
          <ac:chgData name="Xin Luo" userId="82312ee5779919a4" providerId="LiveId" clId="{ABECCF1F-1CAA-3A42-9710-47D9CB1C5B21}" dt="2023-08-21T03:52:56.239" v="118"/>
          <ac:spMkLst>
            <pc:docMk/>
            <pc:sldMk cId="2776132283" sldId="2739"/>
            <ac:spMk id="4" creationId="{0411BEA9-35E9-6B80-5BDE-4EEB0EC8EBCB}"/>
          </ac:spMkLst>
        </pc:spChg>
        <pc:spChg chg="mod">
          <ac:chgData name="Xin Luo" userId="82312ee5779919a4" providerId="LiveId" clId="{ABECCF1F-1CAA-3A42-9710-47D9CB1C5B21}" dt="2023-08-21T03:50:50.271" v="115" actId="20577"/>
          <ac:spMkLst>
            <pc:docMk/>
            <pc:sldMk cId="2776132283" sldId="2739"/>
            <ac:spMk id="6" creationId="{6741FEA2-C046-FD82-2800-2CB513792080}"/>
          </ac:spMkLst>
        </pc:spChg>
      </pc:sldChg>
      <pc:sldChg chg="addSp modSp mod ord">
        <pc:chgData name="Xin Luo" userId="82312ee5779919a4" providerId="LiveId" clId="{ABECCF1F-1CAA-3A42-9710-47D9CB1C5B21}" dt="2023-08-21T07:26:51.742" v="177" actId="20578"/>
        <pc:sldMkLst>
          <pc:docMk/>
          <pc:sldMk cId="4194482579" sldId="2743"/>
        </pc:sldMkLst>
        <pc:spChg chg="mod">
          <ac:chgData name="Xin Luo" userId="82312ee5779919a4" providerId="LiveId" clId="{ABECCF1F-1CAA-3A42-9710-47D9CB1C5B21}" dt="2023-08-21T03:59:16.975" v="136" actId="1076"/>
          <ac:spMkLst>
            <pc:docMk/>
            <pc:sldMk cId="4194482579" sldId="2743"/>
            <ac:spMk id="6" creationId="{6741FEA2-C046-FD82-2800-2CB513792080}"/>
          </ac:spMkLst>
        </pc:spChg>
        <pc:picChg chg="add mod">
          <ac:chgData name="Xin Luo" userId="82312ee5779919a4" providerId="LiveId" clId="{ABECCF1F-1CAA-3A42-9710-47D9CB1C5B21}" dt="2023-08-21T04:10:13.653" v="140" actId="1076"/>
          <ac:picMkLst>
            <pc:docMk/>
            <pc:sldMk cId="4194482579" sldId="2743"/>
            <ac:picMk id="5" creationId="{9ADF8EDA-38B9-3779-D260-4F6A4E5D19BA}"/>
          </ac:picMkLst>
        </pc:picChg>
      </pc:sldChg>
      <pc:sldChg chg="addSp delSp modSp add mod">
        <pc:chgData name="Xin Luo" userId="82312ee5779919a4" providerId="LiveId" clId="{ABECCF1F-1CAA-3A42-9710-47D9CB1C5B21}" dt="2023-08-21T07:50:33.166" v="356" actId="20577"/>
        <pc:sldMkLst>
          <pc:docMk/>
          <pc:sldMk cId="738332523" sldId="2751"/>
        </pc:sldMkLst>
        <pc:spChg chg="mod">
          <ac:chgData name="Xin Luo" userId="82312ee5779919a4" providerId="LiveId" clId="{ABECCF1F-1CAA-3A42-9710-47D9CB1C5B21}" dt="2023-08-21T07:50:33.166" v="356" actId="20577"/>
          <ac:spMkLst>
            <pc:docMk/>
            <pc:sldMk cId="738332523" sldId="2751"/>
            <ac:spMk id="6" creationId="{6741FEA2-C046-FD82-2800-2CB513792080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9" creationId="{7DC24FD0-4314-6A12-D955-592B771F546D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10" creationId="{99C411EF-3CC5-A5C6-671F-2074FAC1B2AA}"/>
          </ac:spMkLst>
        </pc:spChg>
        <pc:picChg chg="del">
          <ac:chgData name="Xin Luo" userId="82312ee5779919a4" providerId="LiveId" clId="{ABECCF1F-1CAA-3A42-9710-47D9CB1C5B21}" dt="2023-08-21T04:10:31.596" v="142" actId="478"/>
          <ac:picMkLst>
            <pc:docMk/>
            <pc:sldMk cId="738332523" sldId="2751"/>
            <ac:picMk id="5" creationId="{9ADF8EDA-38B9-3779-D260-4F6A4E5D19BA}"/>
          </ac:picMkLst>
        </pc:picChg>
        <pc:picChg chg="add mod">
          <ac:chgData name="Xin Luo" userId="82312ee5779919a4" providerId="LiveId" clId="{ABECCF1F-1CAA-3A42-9710-47D9CB1C5B21}" dt="2023-08-21T07:32:54.017" v="202" actId="14100"/>
          <ac:picMkLst>
            <pc:docMk/>
            <pc:sldMk cId="738332523" sldId="2751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2:58.176" v="211" actId="1037"/>
          <ac:picMkLst>
            <pc:docMk/>
            <pc:sldMk cId="738332523" sldId="2751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7:50:29.891" v="352" actId="20577"/>
        <pc:sldMkLst>
          <pc:docMk/>
          <pc:sldMk cId="3189639985" sldId="2752"/>
        </pc:sldMkLst>
        <pc:spChg chg="mod">
          <ac:chgData name="Xin Luo" userId="82312ee5779919a4" providerId="LiveId" clId="{ABECCF1F-1CAA-3A42-9710-47D9CB1C5B21}" dt="2023-08-21T07:50:29.891" v="352" actId="20577"/>
          <ac:spMkLst>
            <pc:docMk/>
            <pc:sldMk cId="3189639985" sldId="2752"/>
            <ac:spMk id="6" creationId="{6741FEA2-C046-FD82-2800-2CB513792080}"/>
          </ac:spMkLst>
        </pc:spChg>
        <pc:spChg chg="del">
          <ac:chgData name="Xin Luo" userId="82312ee5779919a4" providerId="LiveId" clId="{ABECCF1F-1CAA-3A42-9710-47D9CB1C5B21}" dt="2023-08-21T07:35:06.445" v="254" actId="478"/>
          <ac:spMkLst>
            <pc:docMk/>
            <pc:sldMk cId="3189639985" sldId="2752"/>
            <ac:spMk id="9" creationId="{7DC24FD0-4314-6A12-D955-592B771F546D}"/>
          </ac:spMkLst>
        </pc:spChg>
        <pc:spChg chg="del">
          <ac:chgData name="Xin Luo" userId="82312ee5779919a4" providerId="LiveId" clId="{ABECCF1F-1CAA-3A42-9710-47D9CB1C5B21}" dt="2023-08-21T07:35:05.287" v="253" actId="478"/>
          <ac:spMkLst>
            <pc:docMk/>
            <pc:sldMk cId="3189639985" sldId="2752"/>
            <ac:spMk id="10" creationId="{99C411EF-3CC5-A5C6-671F-2074FAC1B2AA}"/>
          </ac:spMkLst>
        </pc:spChg>
        <pc:spChg chg="add mod">
          <ac:chgData name="Xin Luo" userId="82312ee5779919a4" providerId="LiveId" clId="{ABECCF1F-1CAA-3A42-9710-47D9CB1C5B21}" dt="2023-08-21T07:40:48.338" v="306" actId="1036"/>
          <ac:spMkLst>
            <pc:docMk/>
            <pc:sldMk cId="3189639985" sldId="2752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7:35:02.911" v="251" actId="478"/>
          <ac:picMkLst>
            <pc:docMk/>
            <pc:sldMk cId="3189639985" sldId="2752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9:33.543" v="260" actId="1076"/>
          <ac:picMkLst>
            <pc:docMk/>
            <pc:sldMk cId="3189639985" sldId="2752"/>
            <ac:picMk id="7" creationId="{24022410-0AAA-D584-D160-5FF352C689F2}"/>
          </ac:picMkLst>
        </pc:picChg>
        <pc:picChg chg="del">
          <ac:chgData name="Xin Luo" userId="82312ee5779919a4" providerId="LiveId" clId="{ABECCF1F-1CAA-3A42-9710-47D9CB1C5B21}" dt="2023-08-21T07:35:04.316" v="252" actId="478"/>
          <ac:picMkLst>
            <pc:docMk/>
            <pc:sldMk cId="3189639985" sldId="2752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8:59:24.857" v="602" actId="478"/>
        <pc:sldMkLst>
          <pc:docMk/>
          <pc:sldMk cId="2878944048" sldId="2753"/>
        </pc:sldMkLst>
        <pc:spChg chg="add mod">
          <ac:chgData name="Xin Luo" userId="82312ee5779919a4" providerId="LiveId" clId="{ABECCF1F-1CAA-3A42-9710-47D9CB1C5B21}" dt="2023-08-21T08:50:36.994" v="558" actId="1035"/>
          <ac:spMkLst>
            <pc:docMk/>
            <pc:sldMk cId="2878944048" sldId="2753"/>
            <ac:spMk id="4" creationId="{7C941D71-E279-B2E7-21F9-0FFA72E7FAD1}"/>
          </ac:spMkLst>
        </pc:spChg>
        <pc:spChg chg="add mod">
          <ac:chgData name="Xin Luo" userId="82312ee5779919a4" providerId="LiveId" clId="{ABECCF1F-1CAA-3A42-9710-47D9CB1C5B21}" dt="2023-08-21T08:57:49.557" v="576" actId="20577"/>
          <ac:spMkLst>
            <pc:docMk/>
            <pc:sldMk cId="2878944048" sldId="2753"/>
            <ac:spMk id="5" creationId="{94F1BB64-6BD2-B2BF-B804-61A5AE170068}"/>
          </ac:spMkLst>
        </pc:spChg>
        <pc:spChg chg="mod">
          <ac:chgData name="Xin Luo" userId="82312ee5779919a4" providerId="LiveId" clId="{ABECCF1F-1CAA-3A42-9710-47D9CB1C5B21}" dt="2023-08-21T07:50:17.070" v="348" actId="20577"/>
          <ac:spMkLst>
            <pc:docMk/>
            <pc:sldMk cId="2878944048" sldId="2753"/>
            <ac:spMk id="6" creationId="{6741FEA2-C046-FD82-2800-2CB513792080}"/>
          </ac:spMkLst>
        </pc:spChg>
        <pc:spChg chg="add del mod">
          <ac:chgData name="Xin Luo" userId="82312ee5779919a4" providerId="LiveId" clId="{ABECCF1F-1CAA-3A42-9710-47D9CB1C5B21}" dt="2023-08-21T08:59:24.857" v="602" actId="478"/>
          <ac:spMkLst>
            <pc:docMk/>
            <pc:sldMk cId="2878944048" sldId="2753"/>
            <ac:spMk id="8" creationId="{A2337412-D749-2149-F722-E14B45A47143}"/>
          </ac:spMkLst>
        </pc:spChg>
        <pc:spChg chg="add del mod">
          <ac:chgData name="Xin Luo" userId="82312ee5779919a4" providerId="LiveId" clId="{ABECCF1F-1CAA-3A42-9710-47D9CB1C5B21}" dt="2023-08-21T08:59:23.825" v="601" actId="478"/>
          <ac:spMkLst>
            <pc:docMk/>
            <pc:sldMk cId="2878944048" sldId="2753"/>
            <ac:spMk id="10" creationId="{5FE06F54-CFCF-1F7B-8703-FF45449C4348}"/>
          </ac:spMkLst>
        </pc:spChg>
        <pc:spChg chg="mod">
          <ac:chgData name="Xin Luo" userId="82312ee5779919a4" providerId="LiveId" clId="{ABECCF1F-1CAA-3A42-9710-47D9CB1C5B21}" dt="2023-08-21T08:23:18.853" v="465" actId="1076"/>
          <ac:spMkLst>
            <pc:docMk/>
            <pc:sldMk cId="2878944048" sldId="2753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8:21:53.593" v="357" actId="478"/>
          <ac:picMkLst>
            <pc:docMk/>
            <pc:sldMk cId="2878944048" sldId="2753"/>
            <ac:picMk id="7" creationId="{24022410-0AAA-D584-D160-5FF352C689F2}"/>
          </ac:picMkLst>
        </pc:picChg>
      </pc:sldChg>
      <pc:sldChg chg="addSp delSp modSp add mod">
        <pc:chgData name="Xin Luo" userId="82312ee5779919a4" providerId="LiveId" clId="{ABECCF1F-1CAA-3A42-9710-47D9CB1C5B21}" dt="2023-08-21T09:09:03.859" v="781" actId="14100"/>
        <pc:sldMkLst>
          <pc:docMk/>
          <pc:sldMk cId="2927474256" sldId="2754"/>
        </pc:sldMkLst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4" creationId="{7C941D71-E279-B2E7-21F9-0FFA72E7FAD1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5" creationId="{94F1BB64-6BD2-B2BF-B804-61A5AE17006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6" creationId="{6741FEA2-C046-FD82-2800-2CB513792080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0" creationId="{5FE06F54-CFCF-1F7B-8703-FF45449C434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11" creationId="{C402EBD9-8BC8-2A75-1218-C7F537BD4F74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6" creationId="{2EA13607-3EE9-0EBE-2310-AB66CADD8400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7" creationId="{8CFF8A22-C033-47DF-8707-CA76F142CBBA}"/>
          </ac:spMkLst>
        </pc:spChg>
        <pc:spChg chg="add mod">
          <ac:chgData name="Xin Luo" userId="82312ee5779919a4" providerId="LiveId" clId="{ABECCF1F-1CAA-3A42-9710-47D9CB1C5B21}" dt="2023-08-21T09:09:03.859" v="781" actId="14100"/>
          <ac:spMkLst>
            <pc:docMk/>
            <pc:sldMk cId="2927474256" sldId="2754"/>
            <ac:spMk id="19" creationId="{F1F8BC3A-2851-66F8-445F-CC5C10AB9E4F}"/>
          </ac:spMkLst>
        </pc:spChg>
        <pc:grpChg chg="add mod">
          <ac:chgData name="Xin Luo" userId="82312ee5779919a4" providerId="LiveId" clId="{ABECCF1F-1CAA-3A42-9710-47D9CB1C5B21}" dt="2023-08-21T09:08:55.770" v="774" actId="1036"/>
          <ac:grpSpMkLst>
            <pc:docMk/>
            <pc:sldMk cId="2927474256" sldId="2754"/>
            <ac:grpSpMk id="20" creationId="{8AA7B3E2-1D42-96C9-43F0-1F320D3EFD63}"/>
          </ac:grpSpMkLst>
        </pc:grpChg>
        <pc:picChg chg="add mod modCrop">
          <ac:chgData name="Xin Luo" userId="82312ee5779919a4" providerId="LiveId" clId="{ABECCF1F-1CAA-3A42-9710-47D9CB1C5B21}" dt="2023-08-21T09:08:55.770" v="774" actId="1036"/>
          <ac:picMkLst>
            <pc:docMk/>
            <pc:sldMk cId="2927474256" sldId="2754"/>
            <ac:picMk id="9" creationId="{0CF46726-2B51-43A4-FDEF-A6131C46F05F}"/>
          </ac:picMkLst>
        </pc:picChg>
        <pc:picChg chg="add del mod">
          <ac:chgData name="Xin Luo" userId="82312ee5779919a4" providerId="LiveId" clId="{ABECCF1F-1CAA-3A42-9710-47D9CB1C5B21}" dt="2023-08-21T09:04:37.137" v="680" actId="478"/>
          <ac:picMkLst>
            <pc:docMk/>
            <pc:sldMk cId="2927474256" sldId="2754"/>
            <ac:picMk id="13" creationId="{2C310207-BBE2-954A-9122-8957AF07383A}"/>
          </ac:picMkLst>
        </pc:picChg>
        <pc:picChg chg="add mod modCrop">
          <ac:chgData name="Xin Luo" userId="82312ee5779919a4" providerId="LiveId" clId="{ABECCF1F-1CAA-3A42-9710-47D9CB1C5B21}" dt="2023-08-21T09:08:39.577" v="757" actId="1035"/>
          <ac:picMkLst>
            <pc:docMk/>
            <pc:sldMk cId="2927474256" sldId="2754"/>
            <ac:picMk id="15" creationId="{639D3A36-F4F5-4F0C-7519-97D401E3DE91}"/>
          </ac:picMkLst>
        </pc:picChg>
      </pc:sldChg>
      <pc:sldChg chg="delSp modSp add mod">
        <pc:chgData name="Xin Luo" userId="82312ee5779919a4" providerId="LiveId" clId="{ABECCF1F-1CAA-3A42-9710-47D9CB1C5B21}" dt="2023-08-21T09:31:16.266" v="879" actId="20577"/>
        <pc:sldMkLst>
          <pc:docMk/>
          <pc:sldMk cId="3593416967" sldId="2755"/>
        </pc:sldMkLst>
        <pc:spChg chg="mod">
          <ac:chgData name="Xin Luo" userId="82312ee5779919a4" providerId="LiveId" clId="{ABECCF1F-1CAA-3A42-9710-47D9CB1C5B21}" dt="2023-08-21T09:31:03.242" v="873" actId="20577"/>
          <ac:spMkLst>
            <pc:docMk/>
            <pc:sldMk cId="3593416967" sldId="2755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31:16.266" v="879" actId="20577"/>
          <ac:spMkLst>
            <pc:docMk/>
            <pc:sldMk cId="3593416967" sldId="2755"/>
            <ac:spMk id="10" creationId="{5FE06F54-CFCF-1F7B-8703-FF45449C4348}"/>
          </ac:spMkLst>
        </pc:spChg>
        <pc:grpChg chg="del">
          <ac:chgData name="Xin Luo" userId="82312ee5779919a4" providerId="LiveId" clId="{ABECCF1F-1CAA-3A42-9710-47D9CB1C5B21}" dt="2023-08-21T09:31:06.835" v="875" actId="478"/>
          <ac:grpSpMkLst>
            <pc:docMk/>
            <pc:sldMk cId="3593416967" sldId="2755"/>
            <ac:grpSpMk id="20" creationId="{8AA7B3E2-1D42-96C9-43F0-1F320D3EFD63}"/>
          </ac:grpSpMkLst>
        </pc:grpChg>
        <pc:picChg chg="del">
          <ac:chgData name="Xin Luo" userId="82312ee5779919a4" providerId="LiveId" clId="{ABECCF1F-1CAA-3A42-9710-47D9CB1C5B21}" dt="2023-08-21T09:31:06.186" v="874" actId="478"/>
          <ac:picMkLst>
            <pc:docMk/>
            <pc:sldMk cId="3593416967" sldId="2755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9DD00C57-1E20-5F45-A5A7-A6F833EE305E}"/>
    <pc:docChg chg="custSel delSld modSld">
      <pc:chgData name="Xin Luo" userId="82312ee5779919a4" providerId="LiveId" clId="{9DD00C57-1E20-5F45-A5A7-A6F833EE305E}" dt="2024-04-05T07:56:38.877" v="69" actId="2696"/>
      <pc:docMkLst>
        <pc:docMk/>
      </pc:docMkLst>
      <pc:sldChg chg="del">
        <pc:chgData name="Xin Luo" userId="82312ee5779919a4" providerId="LiveId" clId="{9DD00C57-1E20-5F45-A5A7-A6F833EE305E}" dt="2024-04-05T07:51:34.265" v="18" actId="2696"/>
        <pc:sldMkLst>
          <pc:docMk/>
          <pc:sldMk cId="4067577602" sldId="2605"/>
        </pc:sldMkLst>
      </pc:sldChg>
      <pc:sldChg chg="modSp mod">
        <pc:chgData name="Xin Luo" userId="82312ee5779919a4" providerId="LiveId" clId="{9DD00C57-1E20-5F45-A5A7-A6F833EE305E}" dt="2024-04-05T07:42:36.104" v="17" actId="5793"/>
        <pc:sldMkLst>
          <pc:docMk/>
          <pc:sldMk cId="1658607177" sldId="2708"/>
        </pc:sldMkLst>
        <pc:spChg chg="mod">
          <ac:chgData name="Xin Luo" userId="82312ee5779919a4" providerId="LiveId" clId="{9DD00C57-1E20-5F45-A5A7-A6F833EE305E}" dt="2024-04-05T07:42:36.104" v="17" actId="5793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DD00C57-1E20-5F45-A5A7-A6F833EE305E}" dt="2024-04-05T07:52:08.536" v="62" actId="20577"/>
        <pc:sldMkLst>
          <pc:docMk/>
          <pc:sldMk cId="481122590" sldId="2709"/>
        </pc:sldMkLst>
        <pc:spChg chg="mod">
          <ac:chgData name="Xin Luo" userId="82312ee5779919a4" providerId="LiveId" clId="{9DD00C57-1E20-5F45-A5A7-A6F833EE305E}" dt="2024-04-05T07:52:08.536" v="62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">
        <pc:chgData name="Xin Luo" userId="82312ee5779919a4" providerId="LiveId" clId="{9DD00C57-1E20-5F45-A5A7-A6F833EE305E}" dt="2024-04-05T07:51:35.106" v="19" actId="2696"/>
        <pc:sldMkLst>
          <pc:docMk/>
          <pc:sldMk cId="655142816" sldId="2737"/>
        </pc:sldMkLst>
      </pc:sldChg>
      <pc:sldChg chg="del">
        <pc:chgData name="Xin Luo" userId="82312ee5779919a4" providerId="LiveId" clId="{9DD00C57-1E20-5F45-A5A7-A6F833EE305E}" dt="2024-04-05T07:56:34.386" v="63" actId="2696"/>
        <pc:sldMkLst>
          <pc:docMk/>
          <pc:sldMk cId="4156684215" sldId="2738"/>
        </pc:sldMkLst>
      </pc:sldChg>
      <pc:sldChg chg="del">
        <pc:chgData name="Xin Luo" userId="82312ee5779919a4" providerId="LiveId" clId="{9DD00C57-1E20-5F45-A5A7-A6F833EE305E}" dt="2024-04-05T07:56:38.877" v="69" actId="2696"/>
        <pc:sldMkLst>
          <pc:docMk/>
          <pc:sldMk cId="2776132283" sldId="2739"/>
        </pc:sldMkLst>
      </pc:sldChg>
      <pc:sldChg chg="del">
        <pc:chgData name="Xin Luo" userId="82312ee5779919a4" providerId="LiveId" clId="{9DD00C57-1E20-5F45-A5A7-A6F833EE305E}" dt="2024-04-05T07:51:37.161" v="20" actId="2696"/>
        <pc:sldMkLst>
          <pc:docMk/>
          <pc:sldMk cId="3151170836" sldId="2742"/>
        </pc:sldMkLst>
      </pc:sldChg>
      <pc:sldChg chg="del">
        <pc:chgData name="Xin Luo" userId="82312ee5779919a4" providerId="LiveId" clId="{9DD00C57-1E20-5F45-A5A7-A6F833EE305E}" dt="2024-04-05T07:56:34.962" v="64" actId="2696"/>
        <pc:sldMkLst>
          <pc:docMk/>
          <pc:sldMk cId="738332523" sldId="2751"/>
        </pc:sldMkLst>
      </pc:sldChg>
      <pc:sldChg chg="del">
        <pc:chgData name="Xin Luo" userId="82312ee5779919a4" providerId="LiveId" clId="{9DD00C57-1E20-5F45-A5A7-A6F833EE305E}" dt="2024-04-05T07:56:35.443" v="65" actId="2696"/>
        <pc:sldMkLst>
          <pc:docMk/>
          <pc:sldMk cId="3189639985" sldId="2752"/>
        </pc:sldMkLst>
      </pc:sldChg>
      <pc:sldChg chg="del">
        <pc:chgData name="Xin Luo" userId="82312ee5779919a4" providerId="LiveId" clId="{9DD00C57-1E20-5F45-A5A7-A6F833EE305E}" dt="2024-04-05T07:56:35.917" v="66" actId="2696"/>
        <pc:sldMkLst>
          <pc:docMk/>
          <pc:sldMk cId="2878944048" sldId="2753"/>
        </pc:sldMkLst>
      </pc:sldChg>
      <pc:sldChg chg="del">
        <pc:chgData name="Xin Luo" userId="82312ee5779919a4" providerId="LiveId" clId="{9DD00C57-1E20-5F45-A5A7-A6F833EE305E}" dt="2024-04-05T07:56:36.696" v="67" actId="2696"/>
        <pc:sldMkLst>
          <pc:docMk/>
          <pc:sldMk cId="2927474256" sldId="2754"/>
        </pc:sldMkLst>
      </pc:sldChg>
      <pc:sldChg chg="del">
        <pc:chgData name="Xin Luo" userId="82312ee5779919a4" providerId="LiveId" clId="{9DD00C57-1E20-5F45-A5A7-A6F833EE305E}" dt="2024-04-05T07:56:37.562" v="68" actId="2696"/>
        <pc:sldMkLst>
          <pc:docMk/>
          <pc:sldMk cId="3593416967" sldId="2755"/>
        </pc:sldMkLst>
      </pc:sldChg>
    </pc:docChg>
  </pc:docChgLst>
  <pc:docChgLst>
    <pc:chgData name="Xin Luo" userId="82312ee5779919a4" providerId="LiveId" clId="{D28526AD-BB72-0B4E-9638-04907E1F3622}"/>
    <pc:docChg chg="delSld modSld">
      <pc:chgData name="Xin Luo" userId="82312ee5779919a4" providerId="LiveId" clId="{D28526AD-BB72-0B4E-9638-04907E1F3622}" dt="2023-09-18T01:27:13.837" v="116" actId="2696"/>
      <pc:docMkLst>
        <pc:docMk/>
      </pc:docMkLst>
      <pc:sldChg chg="modSp mod">
        <pc:chgData name="Xin Luo" userId="82312ee5779919a4" providerId="LiveId" clId="{D28526AD-BB72-0B4E-9638-04907E1F3622}" dt="2023-09-18T01:27:09.604" v="115" actId="255"/>
        <pc:sldMkLst>
          <pc:docMk/>
          <pc:sldMk cId="1209572041" sldId="2722"/>
        </pc:sldMkLst>
        <pc:spChg chg="mod">
          <ac:chgData name="Xin Luo" userId="82312ee5779919a4" providerId="LiveId" clId="{D28526AD-BB72-0B4E-9638-04907E1F3622}" dt="2023-09-18T01:27:09.604" v="115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del">
        <pc:chgData name="Xin Luo" userId="82312ee5779919a4" providerId="LiveId" clId="{D28526AD-BB72-0B4E-9638-04907E1F3622}" dt="2023-09-18T01:27:13.837" v="116" actId="2696"/>
        <pc:sldMkLst>
          <pc:docMk/>
          <pc:sldMk cId="2476237792" sldId="2741"/>
        </pc:sldMkLst>
      </pc:sldChg>
    </pc:docChg>
  </pc:docChgLst>
  <pc:docChgLst>
    <pc:chgData name="Xin Luo" userId="82312ee5779919a4" providerId="LiveId" clId="{3C4A7AF4-6488-5041-B432-D36EF53163D3}"/>
    <pc:docChg chg="undo custSel addSld delSld modSld sldOrd">
      <pc:chgData name="Xin Luo" userId="82312ee5779919a4" providerId="LiveId" clId="{3C4A7AF4-6488-5041-B432-D36EF53163D3}" dt="2023-02-23T14:33:41.327" v="6919" actId="478"/>
      <pc:docMkLst>
        <pc:docMk/>
      </pc:docMkLst>
      <pc:sldChg chg="del">
        <pc:chgData name="Xin Luo" userId="82312ee5779919a4" providerId="LiveId" clId="{3C4A7AF4-6488-5041-B432-D36EF53163D3}" dt="2023-02-22T05:30:51.981" v="0" actId="2696"/>
        <pc:sldMkLst>
          <pc:docMk/>
          <pc:sldMk cId="1153920038" sldId="2206"/>
        </pc:sldMkLst>
      </pc:sldChg>
      <pc:sldChg chg="addSp modSp mod">
        <pc:chgData name="Xin Luo" userId="82312ee5779919a4" providerId="LiveId" clId="{3C4A7AF4-6488-5041-B432-D36EF53163D3}" dt="2023-02-23T07:39:26.083" v="2380" actId="20577"/>
        <pc:sldMkLst>
          <pc:docMk/>
          <pc:sldMk cId="1576120367" sldId="2387"/>
        </pc:sldMkLst>
        <pc:spChg chg="mod">
          <ac:chgData name="Xin Luo" userId="82312ee5779919a4" providerId="LiveId" clId="{3C4A7AF4-6488-5041-B432-D36EF53163D3}" dt="2023-02-22T07:31:19.249" v="233"/>
          <ac:spMkLst>
            <pc:docMk/>
            <pc:sldMk cId="1576120367" sldId="2387"/>
            <ac:spMk id="4" creationId="{E22E439B-4B3F-A527-61D0-3ED55D24E856}"/>
          </ac:spMkLst>
        </pc:spChg>
        <pc:spChg chg="mod">
          <ac:chgData name="Xin Luo" userId="82312ee5779919a4" providerId="LiveId" clId="{3C4A7AF4-6488-5041-B432-D36EF53163D3}" dt="2023-02-22T07:31:49.764" v="280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3C4A7AF4-6488-5041-B432-D36EF53163D3}" dt="2023-02-23T07:39:26.083" v="2380" actId="20577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3C4A7AF4-6488-5041-B432-D36EF53163D3}" dt="2023-02-23T04:51:20.387" v="1923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3C4A7AF4-6488-5041-B432-D36EF53163D3}" dt="2023-02-23T07:39:23.145" v="2375" actId="2057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3C4A7AF4-6488-5041-B432-D36EF53163D3}" dt="2023-02-23T04:51:33.868" v="1950" actId="20577"/>
          <ac:spMkLst>
            <pc:docMk/>
            <pc:sldMk cId="1576120367" sldId="2387"/>
            <ac:spMk id="14" creationId="{00000000-0000-0000-0000-000000000000}"/>
          </ac:spMkLst>
        </pc:spChg>
        <pc:grpChg chg="add mod">
          <ac:chgData name="Xin Luo" userId="82312ee5779919a4" providerId="LiveId" clId="{3C4A7AF4-6488-5041-B432-D36EF53163D3}" dt="2023-02-22T07:32:25.478" v="308" actId="107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3C4A7AF4-6488-5041-B432-D36EF53163D3}" dt="2023-02-23T07:39:19.698" v="2367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3C4A7AF4-6488-5041-B432-D36EF53163D3}" dt="2023-02-23T07:39:15.729" v="2366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3C4A7AF4-6488-5041-B432-D36EF53163D3}" dt="2023-02-22T07:33:21.001" v="351" actId="20577"/>
        <pc:sldMkLst>
          <pc:docMk/>
          <pc:sldMk cId="2415901206" sldId="2447"/>
        </pc:sldMkLst>
        <pc:spChg chg="mod">
          <ac:chgData name="Xin Luo" userId="82312ee5779919a4" providerId="LiveId" clId="{3C4A7AF4-6488-5041-B432-D36EF53163D3}" dt="2023-02-22T07:33:21.001" v="351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3C4A7AF4-6488-5041-B432-D36EF53163D3}" dt="2023-02-23T01:16:39.011" v="1571" actId="1037"/>
        <pc:sldMkLst>
          <pc:docMk/>
          <pc:sldMk cId="4067577602" sldId="2605"/>
        </pc:sldMkLst>
        <pc:spChg chg="mod">
          <ac:chgData name="Xin Luo" userId="82312ee5779919a4" providerId="LiveId" clId="{3C4A7AF4-6488-5041-B432-D36EF53163D3}" dt="2023-02-22T07:38:53.396" v="381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2T14:18:41.269" v="1148" actId="478"/>
          <ac:spMkLst>
            <pc:docMk/>
            <pc:sldMk cId="4067577602" sldId="2605"/>
            <ac:spMk id="4" creationId="{3684DBBF-D5C3-AAFB-5142-DEFC9143FCE7}"/>
          </ac:spMkLst>
        </pc:spChg>
        <pc:spChg chg="del">
          <ac:chgData name="Xin Luo" userId="82312ee5779919a4" providerId="LiveId" clId="{3C4A7AF4-6488-5041-B432-D36EF53163D3}" dt="2023-02-22T13:47:47.275" v="383" actId="478"/>
          <ac:spMkLst>
            <pc:docMk/>
            <pc:sldMk cId="4067577602" sldId="2605"/>
            <ac:spMk id="5" creationId="{8CB3051E-1455-F2D6-027A-C359D1264B18}"/>
          </ac:spMkLst>
        </pc:spChg>
        <pc:spChg chg="add mod">
          <ac:chgData name="Xin Luo" userId="82312ee5779919a4" providerId="LiveId" clId="{3C4A7AF4-6488-5041-B432-D36EF53163D3}" dt="2023-02-23T01:16:39.011" v="1571" actId="1037"/>
          <ac:spMkLst>
            <pc:docMk/>
            <pc:sldMk cId="4067577602" sldId="2605"/>
            <ac:spMk id="15" creationId="{8F7436BD-0CD5-04DA-2B44-925CE86CF70D}"/>
          </ac:spMkLst>
        </pc:spChg>
        <pc:spChg chg="add mod">
          <ac:chgData name="Xin Luo" userId="82312ee5779919a4" providerId="LiveId" clId="{3C4A7AF4-6488-5041-B432-D36EF53163D3}" dt="2023-02-22T14:35:48.413" v="1376" actId="1076"/>
          <ac:spMkLst>
            <pc:docMk/>
            <pc:sldMk cId="4067577602" sldId="2605"/>
            <ac:spMk id="16" creationId="{5E1E7D79-A815-9A32-ABAB-129BFCE643F1}"/>
          </ac:spMkLst>
        </pc:spChg>
        <pc:spChg chg="mod">
          <ac:chgData name="Xin Luo" userId="82312ee5779919a4" providerId="LiveId" clId="{3C4A7AF4-6488-5041-B432-D36EF53163D3}" dt="2023-02-22T14:25:21.534" v="1184" actId="115"/>
          <ac:spMkLst>
            <pc:docMk/>
            <pc:sldMk cId="4067577602" sldId="2605"/>
            <ac:spMk id="17" creationId="{9E05FFCA-3371-AF5C-381D-71D984055F5A}"/>
          </ac:spMkLst>
        </pc:spChg>
        <pc:picChg chg="add mod">
          <ac:chgData name="Xin Luo" userId="82312ee5779919a4" providerId="LiveId" clId="{3C4A7AF4-6488-5041-B432-D36EF53163D3}" dt="2023-02-22T14:36:37.590" v="1394" actId="1076"/>
          <ac:picMkLst>
            <pc:docMk/>
            <pc:sldMk cId="4067577602" sldId="2605"/>
            <ac:picMk id="7" creationId="{C7993E05-4ADB-9D0C-E633-5749F445E479}"/>
          </ac:picMkLst>
        </pc:picChg>
        <pc:picChg chg="add del mod">
          <ac:chgData name="Xin Luo" userId="82312ee5779919a4" providerId="LiveId" clId="{3C4A7AF4-6488-5041-B432-D36EF53163D3}" dt="2023-02-22T14:24:46.251" v="1173" actId="478"/>
          <ac:picMkLst>
            <pc:docMk/>
            <pc:sldMk cId="4067577602" sldId="2605"/>
            <ac:picMk id="9" creationId="{D4A1F7D5-C3DE-337A-6369-48B839C7030D}"/>
          </ac:picMkLst>
        </pc:picChg>
        <pc:picChg chg="add mod">
          <ac:chgData name="Xin Luo" userId="82312ee5779919a4" providerId="LiveId" clId="{3C4A7AF4-6488-5041-B432-D36EF53163D3}" dt="2023-02-22T14:36:43.182" v="1396" actId="1076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2T13:47:45.826" v="382" actId="478"/>
          <ac:picMkLst>
            <pc:docMk/>
            <pc:sldMk cId="4067577602" sldId="2605"/>
            <ac:picMk id="1026" creationId="{9270A6EE-B03E-77C5-630F-E811251395A0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28" creationId="{9FA49340-63F1-4959-1786-FD893DE76CE9}"/>
          </ac:picMkLst>
        </pc:picChg>
        <pc:picChg chg="add mod">
          <ac:chgData name="Xin Luo" userId="82312ee5779919a4" providerId="LiveId" clId="{3C4A7AF4-6488-5041-B432-D36EF53163D3}" dt="2023-02-22T14:36:33.444" v="1393" actId="1076"/>
          <ac:picMkLst>
            <pc:docMk/>
            <pc:sldMk cId="4067577602" sldId="2605"/>
            <ac:picMk id="1030" creationId="{35CDAC06-D9CF-2AC8-535E-A1B01EC14218}"/>
          </ac:picMkLst>
        </pc:picChg>
        <pc:picChg chg="add mod">
          <ac:chgData name="Xin Luo" userId="82312ee5779919a4" providerId="LiveId" clId="{3C4A7AF4-6488-5041-B432-D36EF53163D3}" dt="2023-02-22T14:35:58.140" v="1379" actId="14100"/>
          <ac:picMkLst>
            <pc:docMk/>
            <pc:sldMk cId="4067577602" sldId="2605"/>
            <ac:picMk id="1032" creationId="{AFE202E8-A338-4627-93EE-5AD65BEE9525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34" creationId="{D5CBEF68-23C0-8F4A-FA5F-CB6BCAE76176}"/>
          </ac:picMkLst>
        </pc:picChg>
        <pc:picChg chg="add mod">
          <ac:chgData name="Xin Luo" userId="82312ee5779919a4" providerId="LiveId" clId="{3C4A7AF4-6488-5041-B432-D36EF53163D3}" dt="2023-02-22T14:34:36.142" v="1309" actId="1035"/>
          <ac:picMkLst>
            <pc:docMk/>
            <pc:sldMk cId="4067577602" sldId="2605"/>
            <ac:picMk id="1036" creationId="{5E2738F1-9461-1F5B-3007-2AA2AD20C330}"/>
          </ac:picMkLst>
        </pc:picChg>
        <pc:cxnChg chg="add mod">
          <ac:chgData name="Xin Luo" userId="82312ee5779919a4" providerId="LiveId" clId="{3C4A7AF4-6488-5041-B432-D36EF53163D3}" dt="2023-02-22T14:33:32.573" v="1248" actId="14100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del">
        <pc:chgData name="Xin Luo" userId="82312ee5779919a4" providerId="LiveId" clId="{3C4A7AF4-6488-5041-B432-D36EF53163D3}" dt="2023-02-22T05:30:52.002" v="3" actId="2696"/>
        <pc:sldMkLst>
          <pc:docMk/>
          <pc:sldMk cId="2688334957" sldId="2705"/>
        </pc:sldMkLst>
      </pc:sldChg>
      <pc:sldChg chg="del">
        <pc:chgData name="Xin Luo" userId="82312ee5779919a4" providerId="LiveId" clId="{3C4A7AF4-6488-5041-B432-D36EF53163D3}" dt="2023-02-22T05:30:51.986" v="2" actId="2696"/>
        <pc:sldMkLst>
          <pc:docMk/>
          <pc:sldMk cId="2464444856" sldId="2706"/>
        </pc:sldMkLst>
      </pc:sldChg>
      <pc:sldChg chg="del">
        <pc:chgData name="Xin Luo" userId="82312ee5779919a4" providerId="LiveId" clId="{3C4A7AF4-6488-5041-B432-D36EF53163D3}" dt="2023-02-22T05:30:51.983" v="1" actId="2696"/>
        <pc:sldMkLst>
          <pc:docMk/>
          <pc:sldMk cId="1602808061" sldId="2707"/>
        </pc:sldMkLst>
      </pc:sldChg>
      <pc:sldChg chg="modSp mod">
        <pc:chgData name="Xin Luo" userId="82312ee5779919a4" providerId="LiveId" clId="{3C4A7AF4-6488-5041-B432-D36EF53163D3}" dt="2023-02-22T07:27:49.994" v="45" actId="20577"/>
        <pc:sldMkLst>
          <pc:docMk/>
          <pc:sldMk cId="1658607177" sldId="2708"/>
        </pc:sldMkLst>
        <pc:spChg chg="mod">
          <ac:chgData name="Xin Luo" userId="82312ee5779919a4" providerId="LiveId" clId="{3C4A7AF4-6488-5041-B432-D36EF53163D3}" dt="2023-02-22T05:30:59.167" v="9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3C4A7AF4-6488-5041-B432-D36EF53163D3}" dt="2023-02-22T07:27:49.994" v="45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add mod">
        <pc:chgData name="Xin Luo" userId="82312ee5779919a4" providerId="LiveId" clId="{3C4A7AF4-6488-5041-B432-D36EF53163D3}" dt="2023-02-23T07:39:57.891" v="2394" actId="20577"/>
        <pc:sldMkLst>
          <pc:docMk/>
          <pc:sldMk cId="481122590" sldId="2709"/>
        </pc:sldMkLst>
        <pc:spChg chg="mod">
          <ac:chgData name="Xin Luo" userId="82312ee5779919a4" providerId="LiveId" clId="{3C4A7AF4-6488-5041-B432-D36EF53163D3}" dt="2023-02-23T07:39:57.891" v="2394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addSp delSp modSp del mod">
        <pc:chgData name="Xin Luo" userId="82312ee5779919a4" providerId="LiveId" clId="{3C4A7AF4-6488-5041-B432-D36EF53163D3}" dt="2023-02-23T07:26:52.546" v="2336" actId="2696"/>
        <pc:sldMkLst>
          <pc:docMk/>
          <pc:sldMk cId="1257969106" sldId="2709"/>
        </pc:sldMkLst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2" creationId="{4F16F311-539C-1B93-3CE1-715CE6FEC011}"/>
          </ac:spMkLst>
        </pc:spChg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4" creationId="{883EF12F-27CE-609F-1E57-59730B969DB2}"/>
          </ac:spMkLst>
        </pc:spChg>
        <pc:spChg chg="mod">
          <ac:chgData name="Xin Luo" userId="82312ee5779919a4" providerId="LiveId" clId="{3C4A7AF4-6488-5041-B432-D36EF53163D3}" dt="2023-02-23T07:23:37.260" v="2303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46.487" v="311" actId="2696"/>
        <pc:sldMkLst>
          <pc:docMk/>
          <pc:sldMk cId="2744383376" sldId="2711"/>
        </pc:sldMkLst>
      </pc:sldChg>
      <pc:sldChg chg="del">
        <pc:chgData name="Xin Luo" userId="82312ee5779919a4" providerId="LiveId" clId="{3C4A7AF4-6488-5041-B432-D36EF53163D3}" dt="2023-02-22T07:32:46.489" v="312" actId="2696"/>
        <pc:sldMkLst>
          <pc:docMk/>
          <pc:sldMk cId="280619949" sldId="2714"/>
        </pc:sldMkLst>
      </pc:sldChg>
      <pc:sldChg chg="del">
        <pc:chgData name="Xin Luo" userId="82312ee5779919a4" providerId="LiveId" clId="{3C4A7AF4-6488-5041-B432-D36EF53163D3}" dt="2023-02-22T07:32:53.087" v="313" actId="2696"/>
        <pc:sldMkLst>
          <pc:docMk/>
          <pc:sldMk cId="3852391939" sldId="2715"/>
        </pc:sldMkLst>
      </pc:sldChg>
      <pc:sldChg chg="delSp modSp del mod ord">
        <pc:chgData name="Xin Luo" userId="82312ee5779919a4" providerId="LiveId" clId="{3C4A7AF4-6488-5041-B432-D36EF53163D3}" dt="2023-02-23T07:26:52.546" v="2336" actId="2696"/>
        <pc:sldMkLst>
          <pc:docMk/>
          <pc:sldMk cId="3026715585" sldId="2716"/>
        </pc:sldMkLst>
        <pc:spChg chg="mod">
          <ac:chgData name="Xin Luo" userId="82312ee5779919a4" providerId="LiveId" clId="{3C4A7AF4-6488-5041-B432-D36EF53163D3}" dt="2023-02-23T07:23:45.452" v="2305" actId="20577"/>
          <ac:spMkLst>
            <pc:docMk/>
            <pc:sldMk cId="3026715585" sldId="2716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1:12:00.098" v="1532" actId="478"/>
          <ac:spMkLst>
            <pc:docMk/>
            <pc:sldMk cId="3026715585" sldId="2716"/>
            <ac:spMk id="4" creationId="{B31A8325-31D8-6F06-6D89-E39763C56875}"/>
          </ac:spMkLst>
        </pc:spChg>
        <pc:spChg chg="del">
          <ac:chgData name="Xin Luo" userId="82312ee5779919a4" providerId="LiveId" clId="{3C4A7AF4-6488-5041-B432-D36EF53163D3}" dt="2023-02-23T01:11:57.107" v="1531" actId="478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07:58:34.775" v="2627" actId="20577"/>
        <pc:sldMkLst>
          <pc:docMk/>
          <pc:sldMk cId="3833073590" sldId="2716"/>
        </pc:sldMkLst>
        <pc:spChg chg="mod">
          <ac:chgData name="Xin Luo" userId="82312ee5779919a4" providerId="LiveId" clId="{3C4A7AF4-6488-5041-B432-D36EF53163D3}" dt="2023-02-23T07:58:34.775" v="2627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40:13.902" v="2397" actId="20577"/>
          <ac:spMkLst>
            <pc:docMk/>
            <pc:sldMk cId="3833073590" sldId="2716"/>
            <ac:spMk id="3" creationId="{00000000-0000-0000-0000-000000000000}"/>
          </ac:spMkLst>
        </pc:spChg>
        <pc:spChg chg="add mod">
          <ac:chgData name="Xin Luo" userId="82312ee5779919a4" providerId="LiveId" clId="{3C4A7AF4-6488-5041-B432-D36EF53163D3}" dt="2023-02-23T07:55:19.067" v="2577" actId="115"/>
          <ac:spMkLst>
            <pc:docMk/>
            <pc:sldMk cId="3833073590" sldId="2716"/>
            <ac:spMk id="5" creationId="{9F4AEA98-0C33-E82A-EB75-839D0F0B55A4}"/>
          </ac:spMkLst>
        </pc:spChg>
      </pc:sldChg>
      <pc:sldChg chg="del">
        <pc:chgData name="Xin Luo" userId="82312ee5779919a4" providerId="LiveId" clId="{3C4A7AF4-6488-5041-B432-D36EF53163D3}" dt="2023-02-22T07:32:53.106" v="315" actId="2696"/>
        <pc:sldMkLst>
          <pc:docMk/>
          <pc:sldMk cId="4136986794" sldId="2717"/>
        </pc:sldMkLst>
      </pc:sldChg>
      <pc:sldChg chg="del">
        <pc:chgData name="Xin Luo" userId="82312ee5779919a4" providerId="LiveId" clId="{3C4A7AF4-6488-5041-B432-D36EF53163D3}" dt="2023-02-22T07:32:53.089" v="314" actId="2696"/>
        <pc:sldMkLst>
          <pc:docMk/>
          <pc:sldMk cId="1778017482" sldId="2718"/>
        </pc:sldMkLst>
      </pc:sldChg>
      <pc:sldChg chg="modSp del mod ord">
        <pc:chgData name="Xin Luo" userId="82312ee5779919a4" providerId="LiveId" clId="{3C4A7AF4-6488-5041-B432-D36EF53163D3}" dt="2023-02-23T07:26:52.546" v="2336" actId="2696"/>
        <pc:sldMkLst>
          <pc:docMk/>
          <pc:sldMk cId="1858913004" sldId="2719"/>
        </pc:sldMkLst>
        <pc:spChg chg="mod">
          <ac:chgData name="Xin Luo" userId="82312ee5779919a4" providerId="LiveId" clId="{3C4A7AF4-6488-5041-B432-D36EF53163D3}" dt="2023-02-23T07:06:13.687" v="1964" actId="20577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41.367" v="2335" actId="20577"/>
          <ac:spMkLst>
            <pc:docMk/>
            <pc:sldMk cId="1858913004" sldId="2719"/>
            <ac:spMk id="3" creationId="{00000000-0000-0000-0000-000000000000}"/>
          </ac:spMkLst>
        </pc:spChg>
        <pc:spChg chg="mod">
          <ac:chgData name="Xin Luo" userId="82312ee5779919a4" providerId="LiveId" clId="{3C4A7AF4-6488-5041-B432-D36EF53163D3}" dt="2023-02-23T07:18:35.599" v="2267" actId="20577"/>
          <ac:spMkLst>
            <pc:docMk/>
            <pc:sldMk cId="1858913004" sldId="2719"/>
            <ac:spMk id="5" creationId="{FCD10A89-5E0E-5D73-1D4F-9E11D943B29C}"/>
          </ac:spMkLst>
        </pc:spChg>
      </pc:sldChg>
      <pc:sldChg chg="modSp add del mod">
        <pc:chgData name="Xin Luo" userId="82312ee5779919a4" providerId="LiveId" clId="{3C4A7AF4-6488-5041-B432-D36EF53163D3}" dt="2023-02-23T07:29:10.384" v="2343" actId="2696"/>
        <pc:sldMkLst>
          <pc:docMk/>
          <pc:sldMk cId="3840444413" sldId="2719"/>
        </pc:sldMkLst>
        <pc:spChg chg="mod">
          <ac:chgData name="Xin Luo" userId="82312ee5779919a4" providerId="LiveId" clId="{3C4A7AF4-6488-5041-B432-D36EF53163D3}" dt="2023-02-23T07:27:15.924" v="2338" actId="1076"/>
          <ac:spMkLst>
            <pc:docMk/>
            <pc:sldMk cId="3840444413" sldId="2719"/>
            <ac:spMk id="5" creationId="{FCD10A89-5E0E-5D73-1D4F-9E11D943B29C}"/>
          </ac:spMkLst>
        </pc:spChg>
      </pc:sldChg>
      <pc:sldChg chg="modSp add mod ord">
        <pc:chgData name="Xin Luo" userId="82312ee5779919a4" providerId="LiveId" clId="{3C4A7AF4-6488-5041-B432-D36EF53163D3}" dt="2023-02-23T04:51:04.333" v="1905" actId="20577"/>
        <pc:sldMkLst>
          <pc:docMk/>
          <pc:sldMk cId="972163772" sldId="2720"/>
        </pc:sldMkLst>
        <pc:spChg chg="mod">
          <ac:chgData name="Xin Luo" userId="82312ee5779919a4" providerId="LiveId" clId="{3C4A7AF4-6488-5041-B432-D36EF53163D3}" dt="2023-02-23T04:51:04.333" v="1905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37.778" v="309" actId="2696"/>
        <pc:sldMkLst>
          <pc:docMk/>
          <pc:sldMk cId="3480831675" sldId="2720"/>
        </pc:sldMkLst>
      </pc:sldChg>
      <pc:sldChg chg="del">
        <pc:chgData name="Xin Luo" userId="82312ee5779919a4" providerId="LiveId" clId="{3C4A7AF4-6488-5041-B432-D36EF53163D3}" dt="2023-02-22T07:32:46.484" v="310" actId="2696"/>
        <pc:sldMkLst>
          <pc:docMk/>
          <pc:sldMk cId="1410676903" sldId="2721"/>
        </pc:sldMkLst>
      </pc:sldChg>
      <pc:sldChg chg="delSp modSp add mod ord">
        <pc:chgData name="Xin Luo" userId="82312ee5779919a4" providerId="LiveId" clId="{3C4A7AF4-6488-5041-B432-D36EF53163D3}" dt="2023-02-23T07:12:50.196" v="2062" actId="478"/>
        <pc:sldMkLst>
          <pc:docMk/>
          <pc:sldMk cId="2689695864" sldId="2721"/>
        </pc:sldMkLst>
        <pc:spChg chg="mod">
          <ac:chgData name="Xin Luo" userId="82312ee5779919a4" providerId="LiveId" clId="{3C4A7AF4-6488-5041-B432-D36EF53163D3}" dt="2023-02-23T07:07:57.259" v="2017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07:20.323" v="1987"/>
          <ac:spMkLst>
            <pc:docMk/>
            <pc:sldMk cId="2689695864" sldId="2721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7:12:50.196" v="2062" actId="478"/>
          <ac:spMkLst>
            <pc:docMk/>
            <pc:sldMk cId="2689695864" sldId="2721"/>
            <ac:spMk id="4" creationId="{B31A8325-31D8-6F06-6D89-E39763C56875}"/>
          </ac:spMkLst>
        </pc:spChg>
        <pc:spChg chg="mod">
          <ac:chgData name="Xin Luo" userId="82312ee5779919a4" providerId="LiveId" clId="{3C4A7AF4-6488-5041-B432-D36EF53163D3}" dt="2023-02-23T07:09:59.951" v="2061" actId="20577"/>
          <ac:spMkLst>
            <pc:docMk/>
            <pc:sldMk cId="2689695864" sldId="2721"/>
            <ac:spMk id="17" creationId="{9E05FFCA-3371-AF5C-381D-71D984055F5A}"/>
          </ac:spMkLst>
        </pc:spChg>
      </pc:sldChg>
      <pc:sldChg chg="add del">
        <pc:chgData name="Xin Luo" userId="82312ee5779919a4" providerId="LiveId" clId="{3C4A7AF4-6488-5041-B432-D36EF53163D3}" dt="2023-02-23T01:10:59.145" v="1497"/>
        <pc:sldMkLst>
          <pc:docMk/>
          <pc:sldMk cId="2910826875" sldId="2721"/>
        </pc:sldMkLst>
      </pc:sldChg>
      <pc:sldChg chg="addSp delSp modSp add mod ord">
        <pc:chgData name="Xin Luo" userId="82312ee5779919a4" providerId="LiveId" clId="{3C4A7AF4-6488-5041-B432-D36EF53163D3}" dt="2023-02-23T07:26:03.168" v="2327" actId="20577"/>
        <pc:sldMkLst>
          <pc:docMk/>
          <pc:sldMk cId="1209572041" sldId="2722"/>
        </pc:sldMkLst>
        <pc:spChg chg="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03.168" v="2327" actId="20577"/>
          <ac:spMkLst>
            <pc:docMk/>
            <pc:sldMk cId="1209572041" sldId="2722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4" creationId="{1142D573-39B3-7F92-D797-85454C098638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5" creationId="{A5864BEB-996C-F0AF-3A0B-26BB46B4EE87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6" creationId="{D5048D8D-770E-37C2-8271-C710C5C8E2D0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8" creationId="{196BD59A-0CC5-48B3-F0DD-26A59FE6A391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9" creationId="{C753F62A-4457-3186-8C22-1660EC8CABE8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1" creationId="{53A7E693-8098-76C4-CD5D-47166ABEB164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3" creationId="{303BC878-BC57-D350-27A3-F03AE48213AC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4" creationId="{0DADB612-499B-577C-8C56-FA81A4204DD1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5" creationId="{8F7436BD-0CD5-04DA-2B44-925CE86CF70D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6" creationId="{5E1E7D79-A815-9A32-ABAB-129BFCE643F1}"/>
          </ac:spMkLst>
        </pc:spChg>
        <pc:spChg chg="del">
          <ac:chgData name="Xin Luo" userId="82312ee5779919a4" providerId="LiveId" clId="{3C4A7AF4-6488-5041-B432-D36EF53163D3}" dt="2023-02-23T01:32:26.511" v="1589" actId="478"/>
          <ac:spMkLst>
            <pc:docMk/>
            <pc:sldMk cId="1209572041" sldId="2722"/>
            <ac:spMk id="17" creationId="{9E05FFCA-3371-AF5C-381D-71D984055F5A}"/>
          </ac:spMkLst>
        </pc:sp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7" creationId="{C7993E05-4ADB-9D0C-E633-5749F445E47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28" creationId="{9FA49340-63F1-4959-1786-FD893DE76CE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0" creationId="{35CDAC06-D9CF-2AC8-535E-A1B01EC14218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2" creationId="{AFE202E8-A338-4627-93EE-5AD65BEE952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4" creationId="{D5CBEF68-23C0-8F4A-FA5F-CB6BCAE76176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6" creationId="{5E2738F1-9461-1F5B-3007-2AA2AD20C330}"/>
          </ac:picMkLst>
        </pc:picChg>
        <pc:cxnChg chg="del">
          <ac:chgData name="Xin Luo" userId="82312ee5779919a4" providerId="LiveId" clId="{3C4A7AF4-6488-5041-B432-D36EF53163D3}" dt="2023-02-23T01:32:29.566" v="1590" actId="478"/>
          <ac:cxnSpMkLst>
            <pc:docMk/>
            <pc:sldMk cId="1209572041" sldId="2722"/>
            <ac:cxnSpMk id="12" creationId="{78FA799A-1F2C-F1DA-9F71-B1B8AFBC5758}"/>
          </ac:cxnSpMkLst>
        </pc:cxnChg>
      </pc:sldChg>
      <pc:sldChg chg="add del">
        <pc:chgData name="Xin Luo" userId="82312ee5779919a4" providerId="LiveId" clId="{3C4A7AF4-6488-5041-B432-D36EF53163D3}" dt="2023-02-23T01:15:26.280" v="1535"/>
        <pc:sldMkLst>
          <pc:docMk/>
          <pc:sldMk cId="1287359691" sldId="2722"/>
        </pc:sldMkLst>
      </pc:sldChg>
      <pc:sldChg chg="add del">
        <pc:chgData name="Xin Luo" userId="82312ee5779919a4" providerId="LiveId" clId="{3C4A7AF4-6488-5041-B432-D36EF53163D3}" dt="2023-02-23T04:49:30.686" v="1883" actId="2696"/>
        <pc:sldMkLst>
          <pc:docMk/>
          <pc:sldMk cId="510300836" sldId="2723"/>
        </pc:sldMkLst>
      </pc:sldChg>
      <pc:sldChg chg="addSp delSp modSp add del mod">
        <pc:chgData name="Xin Luo" userId="82312ee5779919a4" providerId="LiveId" clId="{3C4A7AF4-6488-5041-B432-D36EF53163D3}" dt="2023-02-23T07:26:33.576" v="2330" actId="2696"/>
        <pc:sldMkLst>
          <pc:docMk/>
          <pc:sldMk cId="2794277739" sldId="2723"/>
        </pc:sldMkLst>
        <pc:spChg chg="mod">
          <ac:chgData name="Xin Luo" userId="82312ee5779919a4" providerId="LiveId" clId="{3C4A7AF4-6488-5041-B432-D36EF53163D3}" dt="2023-02-23T07:06:24.407" v="1980" actId="20577"/>
          <ac:spMkLst>
            <pc:docMk/>
            <pc:sldMk cId="2794277739" sldId="2723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7:19:15.938" v="2297" actId="1076"/>
          <ac:spMkLst>
            <pc:docMk/>
            <pc:sldMk cId="2794277739" sldId="2723"/>
            <ac:spMk id="4" creationId="{7D2A1925-7BBA-27BB-70E3-C015303A4605}"/>
          </ac:spMkLst>
        </pc:spChg>
        <pc:spChg chg="mod">
          <ac:chgData name="Xin Luo" userId="82312ee5779919a4" providerId="LiveId" clId="{3C4A7AF4-6488-5041-B432-D36EF53163D3}" dt="2023-02-23T07:19:11.984" v="2296" actId="1035"/>
          <ac:spMkLst>
            <pc:docMk/>
            <pc:sldMk cId="2794277739" sldId="2723"/>
            <ac:spMk id="5" creationId="{FCD10A89-5E0E-5D73-1D4F-9E11D943B29C}"/>
          </ac:spMkLst>
        </pc:spChg>
        <pc:spChg chg="add del mod">
          <ac:chgData name="Xin Luo" userId="82312ee5779919a4" providerId="LiveId" clId="{3C4A7AF4-6488-5041-B432-D36EF53163D3}" dt="2023-02-23T07:18:49.470" v="2269" actId="478"/>
          <ac:spMkLst>
            <pc:docMk/>
            <pc:sldMk cId="2794277739" sldId="2723"/>
            <ac:spMk id="6" creationId="{0CFC768D-C6B8-7C78-18C8-88120E1BA164}"/>
          </ac:spMkLst>
        </pc:spChg>
      </pc:sldChg>
      <pc:sldChg chg="addSp delSp new del mod">
        <pc:chgData name="Xin Luo" userId="82312ee5779919a4" providerId="LiveId" clId="{3C4A7AF4-6488-5041-B432-D36EF53163D3}" dt="2023-02-23T07:57:59.493" v="2582" actId="2696"/>
        <pc:sldMkLst>
          <pc:docMk/>
          <pc:sldMk cId="2812212654" sldId="2723"/>
        </pc:sldMkLst>
        <pc:spChg chg="add del">
          <ac:chgData name="Xin Luo" userId="82312ee5779919a4" providerId="LiveId" clId="{3C4A7AF4-6488-5041-B432-D36EF53163D3}" dt="2023-02-23T07:57:53.654" v="2580" actId="478"/>
          <ac:spMkLst>
            <pc:docMk/>
            <pc:sldMk cId="2812212654" sldId="2723"/>
            <ac:spMk id="5" creationId="{32DB6C91-4B3F-C593-6DD6-5D44AE8A16A1}"/>
          </ac:spMkLst>
        </pc:spChg>
      </pc:sldChg>
      <pc:sldChg chg="delSp modSp add del mod">
        <pc:chgData name="Xin Luo" userId="82312ee5779919a4" providerId="LiveId" clId="{3C4A7AF4-6488-5041-B432-D36EF53163D3}" dt="2023-02-23T07:58:40.953" v="2629" actId="2696"/>
        <pc:sldMkLst>
          <pc:docMk/>
          <pc:sldMk cId="1937332499" sldId="2724"/>
        </pc:sldMkLst>
        <pc:spChg chg="del">
          <ac:chgData name="Xin Luo" userId="82312ee5779919a4" providerId="LiveId" clId="{3C4A7AF4-6488-5041-B432-D36EF53163D3}" dt="2023-02-23T07:58:08.084" v="2584" actId="478"/>
          <ac:spMkLst>
            <pc:docMk/>
            <pc:sldMk cId="1937332499" sldId="2724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58:04.716" v="2583" actId="20577"/>
          <ac:spMkLst>
            <pc:docMk/>
            <pc:sldMk cId="1937332499" sldId="2724"/>
            <ac:spMk id="5" creationId="{9F4AEA98-0C33-E82A-EB75-839D0F0B55A4}"/>
          </ac:spMkLst>
        </pc:spChg>
      </pc:sldChg>
      <pc:sldChg chg="addSp delSp modSp add mod">
        <pc:chgData name="Xin Luo" userId="82312ee5779919a4" providerId="LiveId" clId="{3C4A7AF4-6488-5041-B432-D36EF53163D3}" dt="2023-02-23T14:01:10.568" v="6309" actId="403"/>
        <pc:sldMkLst>
          <pc:docMk/>
          <pc:sldMk cId="353940032" sldId="2725"/>
        </pc:sldMkLst>
        <pc:spChg chg="del">
          <ac:chgData name="Xin Luo" userId="82312ee5779919a4" providerId="LiveId" clId="{3C4A7AF4-6488-5041-B432-D36EF53163D3}" dt="2023-02-23T07:58:44.285" v="2630" actId="478"/>
          <ac:spMkLst>
            <pc:docMk/>
            <pc:sldMk cId="353940032" sldId="2725"/>
            <ac:spMk id="5" creationId="{9F4AEA98-0C33-E82A-EB75-839D0F0B55A4}"/>
          </ac:spMkLst>
        </pc:spChg>
        <pc:spChg chg="add del mod">
          <ac:chgData name="Xin Luo" userId="82312ee5779919a4" providerId="LiveId" clId="{3C4A7AF4-6488-5041-B432-D36EF53163D3}" dt="2023-02-23T08:03:26.952" v="2830" actId="478"/>
          <ac:spMkLst>
            <pc:docMk/>
            <pc:sldMk cId="353940032" sldId="2725"/>
            <ac:spMk id="8" creationId="{B4BD9B36-DD0F-C605-CD8A-4496EF1E69FB}"/>
          </ac:spMkLst>
        </pc:spChg>
        <pc:spChg chg="add del mod">
          <ac:chgData name="Xin Luo" userId="82312ee5779919a4" providerId="LiveId" clId="{3C4A7AF4-6488-5041-B432-D36EF53163D3}" dt="2023-02-23T08:17:02.315" v="2960" actId="478"/>
          <ac:spMkLst>
            <pc:docMk/>
            <pc:sldMk cId="353940032" sldId="2725"/>
            <ac:spMk id="9" creationId="{C5D5B32B-C0A4-3998-E51B-D49719750C93}"/>
          </ac:spMkLst>
        </pc:spChg>
        <pc:spChg chg="add del">
          <ac:chgData name="Xin Luo" userId="82312ee5779919a4" providerId="LiveId" clId="{3C4A7AF4-6488-5041-B432-D36EF53163D3}" dt="2023-02-23T08:13:11.506" v="2838" actId="22"/>
          <ac:spMkLst>
            <pc:docMk/>
            <pc:sldMk cId="353940032" sldId="2725"/>
            <ac:spMk id="11" creationId="{394DCEF2-1A72-55F4-C8F5-0A6F901EB8C5}"/>
          </ac:spMkLst>
        </pc:spChg>
        <pc:spChg chg="add del mod">
          <ac:chgData name="Xin Luo" userId="82312ee5779919a4" providerId="LiveId" clId="{3C4A7AF4-6488-5041-B432-D36EF53163D3}" dt="2023-02-23T08:13:58.411" v="2853" actId="478"/>
          <ac:spMkLst>
            <pc:docMk/>
            <pc:sldMk cId="353940032" sldId="2725"/>
            <ac:spMk id="14" creationId="{CB13D4B6-397A-405A-F3FA-3AB8A074904A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18" creationId="{EA1F849C-A369-B918-F9E4-7A2F143D4F50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3" creationId="{86451A61-9A98-4F6C-FD33-95BBB6A82E9B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7" creationId="{B5505DF4-B06F-0E86-A93E-D8AA97280A97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2" creationId="{4C666A96-1F83-4E49-2237-FBD1F6223EE5}"/>
          </ac:spMkLst>
        </pc:spChg>
        <pc:spChg chg="add del mod">
          <ac:chgData name="Xin Luo" userId="82312ee5779919a4" providerId="LiveId" clId="{3C4A7AF4-6488-5041-B432-D36EF53163D3}" dt="2023-02-23T08:17:34.201" v="2978" actId="478"/>
          <ac:spMkLst>
            <pc:docMk/>
            <pc:sldMk cId="353940032" sldId="2725"/>
            <ac:spMk id="33" creationId="{58A165C7-14DF-84A3-969A-9CD45F1DCE16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6" creationId="{61265673-F240-13EE-D023-1E17A69A2015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41" creationId="{4AEBC326-1609-596B-8537-39F116527A31}"/>
          </ac:spMkLst>
        </pc:spChg>
        <pc:spChg chg="add mod">
          <ac:chgData name="Xin Luo" userId="82312ee5779919a4" providerId="LiveId" clId="{3C4A7AF4-6488-5041-B432-D36EF53163D3}" dt="2023-02-23T14:01:10.568" v="6309" actId="403"/>
          <ac:spMkLst>
            <pc:docMk/>
            <pc:sldMk cId="353940032" sldId="2725"/>
            <ac:spMk id="52" creationId="{BDCBD33D-9B4F-EBEE-30C8-194823DDF5C4}"/>
          </ac:spMkLst>
        </pc:spChg>
        <pc:picChg chg="add del mod">
          <ac:chgData name="Xin Luo" userId="82312ee5779919a4" providerId="LiveId" clId="{3C4A7AF4-6488-5041-B432-D36EF53163D3}" dt="2023-02-23T07:59:45.150" v="2636" actId="478"/>
          <ac:picMkLst>
            <pc:docMk/>
            <pc:sldMk cId="353940032" sldId="2725"/>
            <ac:picMk id="6" creationId="{ABF2538E-3931-684C-5309-B671AB9AA143}"/>
          </ac:picMkLst>
        </pc:picChg>
        <pc:picChg chg="add mod">
          <ac:chgData name="Xin Luo" userId="82312ee5779919a4" providerId="LiveId" clId="{3C4A7AF4-6488-5041-B432-D36EF53163D3}" dt="2023-02-23T14:01:07.716" v="6308" actId="1037"/>
          <ac:picMkLst>
            <pc:docMk/>
            <pc:sldMk cId="353940032" sldId="2725"/>
            <ac:picMk id="13" creationId="{8C9C030C-3B7C-019D-DCD0-031FFB65880B}"/>
          </ac:picMkLst>
        </pc:picChg>
        <pc:picChg chg="add del mod">
          <ac:chgData name="Xin Luo" userId="82312ee5779919a4" providerId="LiveId" clId="{3C4A7AF4-6488-5041-B432-D36EF53163D3}" dt="2023-02-23T08:14:05.156" v="2855"/>
          <ac:picMkLst>
            <pc:docMk/>
            <pc:sldMk cId="353940032" sldId="2725"/>
            <ac:picMk id="16" creationId="{77387614-61CB-0F04-BCF9-79224E134DDE}"/>
          </ac:picMkLst>
        </pc:picChg>
        <pc:picChg chg="add del mod">
          <ac:chgData name="Xin Luo" userId="82312ee5779919a4" providerId="LiveId" clId="{3C4A7AF4-6488-5041-B432-D36EF53163D3}" dt="2023-02-23T08:13:09.198" v="2836" actId="478"/>
          <ac:picMkLst>
            <pc:docMk/>
            <pc:sldMk cId="353940032" sldId="2725"/>
            <ac:picMk id="7170" creationId="{597AA3CD-2B11-EA12-7C93-7AEDDD1C97EB}"/>
          </ac:picMkLst>
        </pc:pic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0" creationId="{F2DADA90-0297-320A-7A9B-7BCB73C8D26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4" creationId="{82FB81A3-8873-C2B6-3A89-83770CDB4D12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8" creationId="{69368A4A-1E30-C7FF-93A8-823E0BFFDDAF}"/>
          </ac:cxnSpMkLst>
        </pc:cxnChg>
        <pc:cxnChg chg="add del mod">
          <ac:chgData name="Xin Luo" userId="82312ee5779919a4" providerId="LiveId" clId="{3C4A7AF4-6488-5041-B432-D36EF53163D3}" dt="2023-02-23T08:16:31.548" v="2938" actId="478"/>
          <ac:cxnSpMkLst>
            <pc:docMk/>
            <pc:sldMk cId="353940032" sldId="2725"/>
            <ac:cxnSpMk id="34" creationId="{BE0EC96C-0881-8776-2467-19FDCB952D04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37" creationId="{ED1D5863-9CEA-F4CB-B242-8166548C478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8:31:04.830" v="3778" actId="113"/>
        <pc:sldMkLst>
          <pc:docMk/>
          <pc:sldMk cId="45083394" sldId="2726"/>
        </pc:sldMkLst>
        <pc:spChg chg="mod">
          <ac:chgData name="Xin Luo" userId="82312ee5779919a4" providerId="LiveId" clId="{3C4A7AF4-6488-5041-B432-D36EF53163D3}" dt="2023-02-23T08:22:15.262" v="3115" actId="20577"/>
          <ac:spMkLst>
            <pc:docMk/>
            <pc:sldMk cId="45083394" sldId="2726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28:50.576" v="3636" actId="21"/>
          <ac:spMkLst>
            <pc:docMk/>
            <pc:sldMk cId="45083394" sldId="2726"/>
            <ac:spMk id="4" creationId="{D9BBA39C-AB76-6753-5B9C-0A4D018B0DED}"/>
          </ac:spMkLst>
        </pc:spChg>
        <pc:spChg chg="add mod">
          <ac:chgData name="Xin Luo" userId="82312ee5779919a4" providerId="LiveId" clId="{3C4A7AF4-6488-5041-B432-D36EF53163D3}" dt="2023-02-23T08:29:47.843" v="3720" actId="20577"/>
          <ac:spMkLst>
            <pc:docMk/>
            <pc:sldMk cId="45083394" sldId="2726"/>
            <ac:spMk id="8" creationId="{D11D64FF-DB4E-870B-A0A7-C88F2B6D8D18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9" creationId="{43B7FFBD-DD4A-E963-5F79-321CB599D69F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10" creationId="{169CC821-AC60-1C05-1AAB-8774F66B13FE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18" creationId="{EA1F849C-A369-B918-F9E4-7A2F143D4F50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3" creationId="{86451A61-9A98-4F6C-FD33-95BBB6A82E9B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7" creationId="{B5505DF4-B06F-0E86-A93E-D8AA97280A97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2" creationId="{4C666A96-1F83-4E49-2237-FBD1F6223EE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6" creationId="{61265673-F240-13EE-D023-1E17A69A201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41" creationId="{4AEBC326-1609-596B-8537-39F116527A31}"/>
          </ac:spMkLst>
        </pc:spChg>
        <pc:spChg chg="del">
          <ac:chgData name="Xin Luo" userId="82312ee5779919a4" providerId="LiveId" clId="{3C4A7AF4-6488-5041-B432-D36EF53163D3}" dt="2023-02-23T08:20:57.243" v="3036" actId="478"/>
          <ac:spMkLst>
            <pc:docMk/>
            <pc:sldMk cId="45083394" sldId="2726"/>
            <ac:spMk id="52" creationId="{BDCBD33D-9B4F-EBEE-30C8-194823DDF5C4}"/>
          </ac:spMkLst>
        </pc:spChg>
        <pc:picChg chg="add mod">
          <ac:chgData name="Xin Luo" userId="82312ee5779919a4" providerId="LiveId" clId="{3C4A7AF4-6488-5041-B432-D36EF53163D3}" dt="2023-02-23T08:29:04.406" v="3641" actId="1076"/>
          <ac:picMkLst>
            <pc:docMk/>
            <pc:sldMk cId="45083394" sldId="2726"/>
            <ac:picMk id="6" creationId="{8F0ECEE9-414A-4841-4298-78B3FB0882AD}"/>
          </ac:picMkLst>
        </pc:picChg>
        <pc:picChg chg="del">
          <ac:chgData name="Xin Luo" userId="82312ee5779919a4" providerId="LiveId" clId="{3C4A7AF4-6488-5041-B432-D36EF53163D3}" dt="2023-02-23T08:20:54.394" v="3035" actId="478"/>
          <ac:picMkLst>
            <pc:docMk/>
            <pc:sldMk cId="45083394" sldId="2726"/>
            <ac:picMk id="13" creationId="{8C9C030C-3B7C-019D-DCD0-031FFB65880B}"/>
          </ac:picMkLst>
        </pc:picChg>
        <pc:cxnChg chg="add mod">
          <ac:chgData name="Xin Luo" userId="82312ee5779919a4" providerId="LiveId" clId="{3C4A7AF4-6488-5041-B432-D36EF53163D3}" dt="2023-02-23T08:30:42.382" v="3770" actId="13822"/>
          <ac:cxnSpMkLst>
            <pc:docMk/>
            <pc:sldMk cId="45083394" sldId="2726"/>
            <ac:cxnSpMk id="12" creationId="{A43ECA29-12BC-846A-2DE4-6FB5931244DE}"/>
          </ac:cxnSpMkLst>
        </pc:cxnChg>
        <pc:cxnChg chg="add mod">
          <ac:chgData name="Xin Luo" userId="82312ee5779919a4" providerId="LiveId" clId="{3C4A7AF4-6488-5041-B432-D36EF53163D3}" dt="2023-02-23T08:30:54.723" v="3774" actId="14100"/>
          <ac:cxnSpMkLst>
            <pc:docMk/>
            <pc:sldMk cId="45083394" sldId="2726"/>
            <ac:cxnSpMk id="14" creationId="{6561B644-72BB-3413-18C9-17D070F6E82C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0" creationId="{F2DADA90-0297-320A-7A9B-7BCB73C8D26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4" creationId="{82FB81A3-8873-C2B6-3A89-83770CDB4D12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8" creationId="{69368A4A-1E30-C7FF-93A8-823E0BFFDDAF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37" creationId="{ED1D5863-9CEA-F4CB-B242-8166548C478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9:13:39.268" v="5260" actId="1076"/>
        <pc:sldMkLst>
          <pc:docMk/>
          <pc:sldMk cId="148985918" sldId="2727"/>
        </pc:sldMkLst>
        <pc:spChg chg="mod">
          <ac:chgData name="Xin Luo" userId="82312ee5779919a4" providerId="LiveId" clId="{3C4A7AF4-6488-5041-B432-D36EF53163D3}" dt="2023-02-23T09:02:50.639" v="4813" actId="20577"/>
          <ac:spMkLst>
            <pc:docMk/>
            <pc:sldMk cId="148985918" sldId="2727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9:13:32.099" v="5259" actId="20577"/>
          <ac:spMkLst>
            <pc:docMk/>
            <pc:sldMk cId="148985918" sldId="2727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9" creationId="{2A57F97B-233C-EA66-362B-DE220896F614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10" creationId="{05061545-3FDF-F0F7-4A20-489EFC9330A5}"/>
          </ac:spMkLst>
        </pc:spChg>
        <pc:spChg chg="add del mod">
          <ac:chgData name="Xin Luo" userId="82312ee5779919a4" providerId="LiveId" clId="{3C4A7AF4-6488-5041-B432-D36EF53163D3}" dt="2023-02-23T09:07:43.842" v="5057" actId="478"/>
          <ac:spMkLst>
            <pc:docMk/>
            <pc:sldMk cId="148985918" sldId="2727"/>
            <ac:spMk id="14" creationId="{2A050FDD-5C29-A58A-197A-D5C19F9B5220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5" creationId="{DF93D913-36DA-AAF7-8561-3F9531FE4A54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6" creationId="{A455D8E5-C706-2A45-C85C-DFAC15A06B89}"/>
          </ac:spMkLst>
        </pc:s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3" creationId="{1FD0C9A9-218B-07EF-0C27-42925534088E}"/>
          </ac:grpSpMkLst>
        </pc:gr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7" creationId="{48848DA8-CFA1-BCEC-5CB7-145BDC28B35D}"/>
          </ac:grpSpMkLst>
        </pc:grpChg>
        <pc:picChg chg="add del mod">
          <ac:chgData name="Xin Luo" userId="82312ee5779919a4" providerId="LiveId" clId="{3C4A7AF4-6488-5041-B432-D36EF53163D3}" dt="2023-02-23T08:54:57.402" v="4456" actId="21"/>
          <ac:picMkLst>
            <pc:docMk/>
            <pc:sldMk cId="148985918" sldId="2727"/>
            <ac:picMk id="5" creationId="{EBA5FE03-5125-C70A-F513-A5C24B3C1A14}"/>
          </ac:picMkLst>
        </pc:picChg>
        <pc:picChg chg="add mod">
          <ac:chgData name="Xin Luo" userId="82312ee5779919a4" providerId="LiveId" clId="{3C4A7AF4-6488-5041-B432-D36EF53163D3}" dt="2023-02-23T09:06:57.700" v="4996" actId="164"/>
          <ac:picMkLst>
            <pc:docMk/>
            <pc:sldMk cId="148985918" sldId="2727"/>
            <ac:picMk id="7" creationId="{2A956C61-5B6E-D321-B51C-B54690362CE0}"/>
          </ac:picMkLst>
        </pc:picChg>
        <pc:picChg chg="add mod">
          <ac:chgData name="Xin Luo" userId="82312ee5779919a4" providerId="LiveId" clId="{3C4A7AF4-6488-5041-B432-D36EF53163D3}" dt="2023-02-23T09:09:33.604" v="5094" actId="164"/>
          <ac:picMkLst>
            <pc:docMk/>
            <pc:sldMk cId="148985918" sldId="2727"/>
            <ac:picMk id="12" creationId="{66610A52-7A60-4351-A358-E26F160E7D72}"/>
          </ac:picMkLst>
        </pc:picChg>
      </pc:sldChg>
      <pc:sldChg chg="addSp delSp modSp add mod">
        <pc:chgData name="Xin Luo" userId="82312ee5779919a4" providerId="LiveId" clId="{3C4A7AF4-6488-5041-B432-D36EF53163D3}" dt="2023-02-23T08:32:21.875" v="3790" actId="1076"/>
        <pc:sldMkLst>
          <pc:docMk/>
          <pc:sldMk cId="3544980656" sldId="2728"/>
        </pc:sldMkLst>
        <pc:spChg chg="del">
          <ac:chgData name="Xin Luo" userId="82312ee5779919a4" providerId="LiveId" clId="{3C4A7AF4-6488-5041-B432-D36EF53163D3}" dt="2023-02-23T08:31:33.135" v="3781" actId="478"/>
          <ac:spMkLst>
            <pc:docMk/>
            <pc:sldMk cId="3544980656" sldId="2728"/>
            <ac:spMk id="4" creationId="{D9BBA39C-AB76-6753-5B9C-0A4D018B0DED}"/>
          </ac:spMkLst>
        </pc:spChg>
        <pc:spChg chg="del">
          <ac:chgData name="Xin Luo" userId="82312ee5779919a4" providerId="LiveId" clId="{3C4A7AF4-6488-5041-B432-D36EF53163D3}" dt="2023-02-23T08:31:29.753" v="3780" actId="478"/>
          <ac:spMkLst>
            <pc:docMk/>
            <pc:sldMk cId="3544980656" sldId="2728"/>
            <ac:spMk id="8" creationId="{D11D64FF-DB4E-870B-A0A7-C88F2B6D8D18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9" creationId="{43B7FFBD-DD4A-E963-5F79-321CB599D69F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10" creationId="{169CC821-AC60-1C05-1AAB-8774F66B13FE}"/>
          </ac:spMkLst>
        </pc:spChg>
        <pc:picChg chg="del">
          <ac:chgData name="Xin Luo" userId="82312ee5779919a4" providerId="LiveId" clId="{3C4A7AF4-6488-5041-B432-D36EF53163D3}" dt="2023-02-23T08:31:36.177" v="3782" actId="478"/>
          <ac:picMkLst>
            <pc:docMk/>
            <pc:sldMk cId="3544980656" sldId="2728"/>
            <ac:picMk id="6" creationId="{8F0ECEE9-414A-4841-4298-78B3FB0882AD}"/>
          </ac:picMkLst>
        </pc:picChg>
        <pc:picChg chg="add mod">
          <ac:chgData name="Xin Luo" userId="82312ee5779919a4" providerId="LiveId" clId="{3C4A7AF4-6488-5041-B432-D36EF53163D3}" dt="2023-02-23T08:32:21.875" v="3790" actId="1076"/>
          <ac:picMkLst>
            <pc:docMk/>
            <pc:sldMk cId="3544980656" sldId="2728"/>
            <ac:picMk id="7" creationId="{E9C83831-84AF-EB65-1442-172F35DE9DAB}"/>
          </ac:picMkLst>
        </pc:pic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2" creationId="{A43ECA29-12BC-846A-2DE4-6FB5931244DE}"/>
          </ac:cxnSpMkLst>
        </pc:cxn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4" creationId="{6561B644-72BB-3413-18C9-17D070F6E82C}"/>
          </ac:cxnSpMkLst>
        </pc:cxnChg>
      </pc:sldChg>
      <pc:sldChg chg="addSp delSp modSp add mod">
        <pc:chgData name="Xin Luo" userId="82312ee5779919a4" providerId="LiveId" clId="{3C4A7AF4-6488-5041-B432-D36EF53163D3}" dt="2023-02-23T09:02:43.022" v="4809" actId="20577"/>
        <pc:sldMkLst>
          <pc:docMk/>
          <pc:sldMk cId="1664139585" sldId="2729"/>
        </pc:sldMkLst>
        <pc:spChg chg="mod">
          <ac:chgData name="Xin Luo" userId="82312ee5779919a4" providerId="LiveId" clId="{3C4A7AF4-6488-5041-B432-D36EF53163D3}" dt="2023-02-23T09:02:43.022" v="4809" actId="20577"/>
          <ac:spMkLst>
            <pc:docMk/>
            <pc:sldMk cId="1664139585" sldId="2729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46:44.018" v="4297" actId="20577"/>
          <ac:spMkLst>
            <pc:docMk/>
            <pc:sldMk cId="1664139585" sldId="2729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8" creationId="{9597684A-B805-E883-E79A-691F6EF9A66B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2" creationId="{E306EF68-0494-C32C-D024-73CAA4391062}"/>
          </ac:spMkLst>
        </pc:spChg>
        <pc:spChg chg="add del mod">
          <ac:chgData name="Xin Luo" userId="82312ee5779919a4" providerId="LiveId" clId="{3C4A7AF4-6488-5041-B432-D36EF53163D3}" dt="2023-02-23T08:46:58.841" v="4299"/>
          <ac:spMkLst>
            <pc:docMk/>
            <pc:sldMk cId="1664139585" sldId="2729"/>
            <ac:spMk id="13" creationId="{1F1152D4-0A0D-97DF-84F0-894EBB9433D0}"/>
          </ac:spMkLst>
        </pc:spChg>
        <pc:spChg chg="add del mod">
          <ac:chgData name="Xin Luo" userId="82312ee5779919a4" providerId="LiveId" clId="{3C4A7AF4-6488-5041-B432-D36EF53163D3}" dt="2023-02-23T08:47:04.887" v="4301"/>
          <ac:spMkLst>
            <pc:docMk/>
            <pc:sldMk cId="1664139585" sldId="2729"/>
            <ac:spMk id="14" creationId="{1002F82A-FD74-219B-01B5-80247C07A991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6" creationId="{E2DA478E-BBDA-94A9-C4E5-8DF31834C994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7" creationId="{FBB4FC8D-8E08-9397-E459-DBB800FF6754}"/>
          </ac:spMkLst>
        </pc:spChg>
        <pc:grpChg chg="add mod">
          <ac:chgData name="Xin Luo" userId="82312ee5779919a4" providerId="LiveId" clId="{3C4A7AF4-6488-5041-B432-D36EF53163D3}" dt="2023-02-23T08:47:57.186" v="4348" actId="164"/>
          <ac:grpSpMkLst>
            <pc:docMk/>
            <pc:sldMk cId="1664139585" sldId="2729"/>
            <ac:grpSpMk id="9" creationId="{AB82EF5E-36B6-4B68-763F-8260BCED7E25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8" creationId="{0DD68EE4-6630-75BA-7E39-99DB63529BEC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44:29.871" v="4141" actId="164"/>
          <ac:picMkLst>
            <pc:docMk/>
            <pc:sldMk cId="1664139585" sldId="2729"/>
            <ac:picMk id="6" creationId="{1DE4B58D-C83F-B09C-55FD-73CA2236BAC9}"/>
          </ac:picMkLst>
        </pc:picChg>
        <pc:picChg chg="del">
          <ac:chgData name="Xin Luo" userId="82312ee5779919a4" providerId="LiveId" clId="{3C4A7AF4-6488-5041-B432-D36EF53163D3}" dt="2023-02-23T08:32:51.104" v="3831" actId="478"/>
          <ac:picMkLst>
            <pc:docMk/>
            <pc:sldMk cId="1664139585" sldId="2729"/>
            <ac:picMk id="7" creationId="{E9C83831-84AF-EB65-1442-172F35DE9DAB}"/>
          </ac:picMkLst>
        </pc:picChg>
        <pc:picChg chg="add mod">
          <ac:chgData name="Xin Luo" userId="82312ee5779919a4" providerId="LiveId" clId="{3C4A7AF4-6488-5041-B432-D36EF53163D3}" dt="2023-02-23T08:48:23.436" v="4353" actId="14100"/>
          <ac:picMkLst>
            <pc:docMk/>
            <pc:sldMk cId="1664139585" sldId="2729"/>
            <ac:picMk id="11" creationId="{BE4A142E-6DBB-4445-BF78-4D6C23EB8C69}"/>
          </ac:picMkLst>
        </pc:picChg>
      </pc:sldChg>
      <pc:sldChg chg="addSp delSp modSp add mod">
        <pc:chgData name="Xin Luo" userId="82312ee5779919a4" providerId="LiveId" clId="{3C4A7AF4-6488-5041-B432-D36EF53163D3}" dt="2023-02-23T09:02:46.545" v="4811" actId="20577"/>
        <pc:sldMkLst>
          <pc:docMk/>
          <pc:sldMk cId="3561803108" sldId="2730"/>
        </pc:sldMkLst>
        <pc:spChg chg="mod">
          <ac:chgData name="Xin Luo" userId="82312ee5779919a4" providerId="LiveId" clId="{3C4A7AF4-6488-5041-B432-D36EF53163D3}" dt="2023-02-23T09:02:46.545" v="4811" actId="20577"/>
          <ac:spMkLst>
            <pc:docMk/>
            <pc:sldMk cId="3561803108" sldId="2730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8:57:21.442" v="4706" actId="20577"/>
          <ac:spMkLst>
            <pc:docMk/>
            <pc:sldMk cId="3561803108" sldId="2730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59:18.569" v="4780" actId="1076"/>
          <ac:spMkLst>
            <pc:docMk/>
            <pc:sldMk cId="3561803108" sldId="2730"/>
            <ac:spMk id="13" creationId="{04321939-84B1-BDA1-9A32-0A1D3A224B4E}"/>
          </ac:spMkLst>
        </pc:spChg>
        <pc:spChg chg="add mod">
          <ac:chgData name="Xin Luo" userId="82312ee5779919a4" providerId="LiveId" clId="{3C4A7AF4-6488-5041-B432-D36EF53163D3}" dt="2023-02-23T08:59:05.661" v="4776" actId="1076"/>
          <ac:spMkLst>
            <pc:docMk/>
            <pc:sldMk cId="3561803108" sldId="2730"/>
            <ac:spMk id="14" creationId="{44C585EA-9BC6-24DF-B96C-D6B18443B7ED}"/>
          </ac:spMkLst>
        </pc:s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8" creationId="{0DD68EE4-6630-75BA-7E39-99DB63529BEC}"/>
          </ac:grpSpMkLst>
        </pc:gr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59:15.233" v="4779" actId="1076"/>
          <ac:picMkLst>
            <pc:docMk/>
            <pc:sldMk cId="3561803108" sldId="2730"/>
            <ac:picMk id="5" creationId="{A93DD3EB-FFE1-BEF3-1059-6F1C5837F783}"/>
          </ac:picMkLst>
        </pc:picChg>
        <pc:picChg chg="add mod">
          <ac:chgData name="Xin Luo" userId="82312ee5779919a4" providerId="LiveId" clId="{3C4A7AF4-6488-5041-B432-D36EF53163D3}" dt="2023-02-23T08:58:08.013" v="4717" actId="1076"/>
          <ac:picMkLst>
            <pc:docMk/>
            <pc:sldMk cId="3561803108" sldId="2730"/>
            <ac:picMk id="10" creationId="{D64AD824-256D-4966-4AC9-6C2C2EA4A0CC}"/>
          </ac:picMkLst>
        </pc:picChg>
      </pc:sldChg>
      <pc:sldChg chg="addSp delSp modSp add mod">
        <pc:chgData name="Xin Luo" userId="82312ee5779919a4" providerId="LiveId" clId="{3C4A7AF4-6488-5041-B432-D36EF53163D3}" dt="2023-02-23T11:42:21.434" v="5641" actId="20577"/>
        <pc:sldMkLst>
          <pc:docMk/>
          <pc:sldMk cId="236610701" sldId="2731"/>
        </pc:sldMkLst>
        <pc:spChg chg="mod">
          <ac:chgData name="Xin Luo" userId="82312ee5779919a4" providerId="LiveId" clId="{3C4A7AF4-6488-5041-B432-D36EF53163D3}" dt="2023-02-23T09:13:26.596" v="5258" actId="20577"/>
          <ac:spMkLst>
            <pc:docMk/>
            <pc:sldMk cId="236610701" sldId="2731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1" creationId="{9E5C7F14-8DBC-F1A3-04A2-0F4098DCEFB1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4" creationId="{686F3DD9-150B-080E-A0DD-364869B53625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8" creationId="{0EA5ECFB-D617-12D2-A81B-C4CFF2A4717D}"/>
          </ac:spMkLst>
        </pc:spChg>
        <pc:spChg chg="add del mod">
          <ac:chgData name="Xin Luo" userId="82312ee5779919a4" providerId="LiveId" clId="{3C4A7AF4-6488-5041-B432-D36EF53163D3}" dt="2023-02-23T09:16:21.438" v="5320"/>
          <ac:spMkLst>
            <pc:docMk/>
            <pc:sldMk cId="236610701" sldId="2731"/>
            <ac:spMk id="21" creationId="{8BED0A83-9C8C-9FEE-3D3C-E0DDB3352BF2}"/>
          </ac:spMkLst>
        </pc:spChg>
        <pc:spChg chg="add mod">
          <ac:chgData name="Xin Luo" userId="82312ee5779919a4" providerId="LiveId" clId="{3C4A7AF4-6488-5041-B432-D36EF53163D3}" dt="2023-02-23T09:17:22.065" v="5366" actId="164"/>
          <ac:spMkLst>
            <pc:docMk/>
            <pc:sldMk cId="236610701" sldId="2731"/>
            <ac:spMk id="24" creationId="{2BC5AFCA-8C0F-694D-C8E4-96DC57905D7C}"/>
          </ac:spMkLst>
        </pc:spChg>
        <pc:spChg chg="add mod">
          <ac:chgData name="Xin Luo" userId="82312ee5779919a4" providerId="LiveId" clId="{3C4A7AF4-6488-5041-B432-D36EF53163D3}" dt="2023-02-23T11:42:21.434" v="5641" actId="20577"/>
          <ac:spMkLst>
            <pc:docMk/>
            <pc:sldMk cId="236610701" sldId="2731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13:14.650" v="5252" actId="478"/>
          <ac:grpSpMkLst>
            <pc:docMk/>
            <pc:sldMk cId="236610701" sldId="2731"/>
            <ac:grpSpMk id="13" creationId="{1FD0C9A9-218B-07EF-0C27-42925534088E}"/>
          </ac:grpSpMkLst>
        </pc:grpChg>
        <pc:grpChg chg="del">
          <ac:chgData name="Xin Luo" userId="82312ee5779919a4" providerId="LiveId" clId="{3C4A7AF4-6488-5041-B432-D36EF53163D3}" dt="2023-02-23T09:13:16.234" v="5253" actId="478"/>
          <ac:grpSpMkLst>
            <pc:docMk/>
            <pc:sldMk cId="236610701" sldId="2731"/>
            <ac:grpSpMk id="17" creationId="{48848DA8-CFA1-BCEC-5CB7-145BDC28B35D}"/>
          </ac:grpSpMkLst>
        </pc:grpChg>
        <pc:grpChg chg="add mod">
          <ac:chgData name="Xin Luo" userId="82312ee5779919a4" providerId="LiveId" clId="{3C4A7AF4-6488-5041-B432-D36EF53163D3}" dt="2023-02-23T09:20:40.507" v="5582" actId="1076"/>
          <ac:grpSpMkLst>
            <pc:docMk/>
            <pc:sldMk cId="236610701" sldId="2731"/>
            <ac:grpSpMk id="25" creationId="{0B21BADB-6B5A-522D-BF02-92EE6C415AC5}"/>
          </ac:grpSpMkLst>
        </pc:grpChg>
        <pc:grpChg chg="add mod">
          <ac:chgData name="Xin Luo" userId="82312ee5779919a4" providerId="LiveId" clId="{3C4A7AF4-6488-5041-B432-D36EF53163D3}" dt="2023-02-23T09:17:26.318" v="5367" actId="164"/>
          <ac:grpSpMkLst>
            <pc:docMk/>
            <pc:sldMk cId="236610701" sldId="2731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09:22:32.183" v="5612" actId="14100"/>
          <ac:grpSpMkLst>
            <pc:docMk/>
            <pc:sldMk cId="236610701" sldId="2731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09:13:09.369" v="5251" actId="21"/>
          <ac:picMkLst>
            <pc:docMk/>
            <pc:sldMk cId="236610701" sldId="2731"/>
            <ac:picMk id="5" creationId="{DDA50919-604F-7994-0EBE-62535FEF2A8F}"/>
          </ac:picMkLst>
        </pc:picChg>
        <pc:picChg chg="add mod">
          <ac:chgData name="Xin Luo" userId="82312ee5779919a4" providerId="LiveId" clId="{3C4A7AF4-6488-5041-B432-D36EF53163D3}" dt="2023-02-23T09:17:26.318" v="5367" actId="164"/>
          <ac:picMkLst>
            <pc:docMk/>
            <pc:sldMk cId="236610701" sldId="2731"/>
            <ac:picMk id="6" creationId="{B0A2D4E0-98C8-E402-421A-F04C8C179FCD}"/>
          </ac:picMkLst>
        </pc:picChg>
        <pc:picChg chg="add mod">
          <ac:chgData name="Xin Luo" userId="82312ee5779919a4" providerId="LiveId" clId="{3C4A7AF4-6488-5041-B432-D36EF53163D3}" dt="2023-02-23T09:17:22.065" v="5366" actId="164"/>
          <ac:picMkLst>
            <pc:docMk/>
            <pc:sldMk cId="236610701" sldId="2731"/>
            <ac:picMk id="23" creationId="{EDB68736-0547-1775-0EC0-381F53A99851}"/>
          </ac:picMkLst>
        </pc:picChg>
        <pc:cxnChg chg="add mod">
          <ac:chgData name="Xin Luo" userId="82312ee5779919a4" providerId="LiveId" clId="{3C4A7AF4-6488-5041-B432-D36EF53163D3}" dt="2023-02-23T09:17:26.318" v="5367" actId="164"/>
          <ac:cxnSpMkLst>
            <pc:docMk/>
            <pc:sldMk cId="236610701" sldId="2731"/>
            <ac:cxnSpMk id="20" creationId="{20EA748A-F362-CFAF-00A1-8064C2727630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28" creationId="{22ABCAC2-3896-1807-0504-ED7D00362192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31" creationId="{00341ACC-3D99-3C97-0E83-F5CD7B18B865}"/>
          </ac:cxnSpMkLst>
        </pc:cxnChg>
        <pc:cxnChg chg="add mod">
          <ac:chgData name="Xin Luo" userId="82312ee5779919a4" providerId="LiveId" clId="{3C4A7AF4-6488-5041-B432-D36EF53163D3}" dt="2023-02-23T09:23:20.010" v="5622" actId="14100"/>
          <ac:cxnSpMkLst>
            <pc:docMk/>
            <pc:sldMk cId="236610701" sldId="2731"/>
            <ac:cxnSpMk id="34" creationId="{85A86870-8686-A430-1EC5-D3515360DAE4}"/>
          </ac:cxnSpMkLst>
        </pc:cxnChg>
      </pc:sldChg>
      <pc:sldChg chg="add del">
        <pc:chgData name="Xin Luo" userId="82312ee5779919a4" providerId="LiveId" clId="{3C4A7AF4-6488-5041-B432-D36EF53163D3}" dt="2023-02-23T08:54:40.823" v="4449"/>
        <pc:sldMkLst>
          <pc:docMk/>
          <pc:sldMk cId="3607281671" sldId="2731"/>
        </pc:sldMkLst>
      </pc:sldChg>
      <pc:sldChg chg="addSp delSp modSp add mod modNotesTx">
        <pc:chgData name="Xin Luo" userId="82312ee5779919a4" providerId="LiveId" clId="{3C4A7AF4-6488-5041-B432-D36EF53163D3}" dt="2023-02-23T13:58:03.496" v="6246" actId="1076"/>
        <pc:sldMkLst>
          <pc:docMk/>
          <pc:sldMk cId="1986913413" sldId="2732"/>
        </pc:sldMkLst>
        <pc:spChg chg="mod">
          <ac:chgData name="Xin Luo" userId="82312ee5779919a4" providerId="LiveId" clId="{3C4A7AF4-6488-5041-B432-D36EF53163D3}" dt="2023-02-23T09:23:56.813" v="5638" actId="20577"/>
          <ac:spMkLst>
            <pc:docMk/>
            <pc:sldMk cId="1986913413" sldId="2732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3:49:16.589" v="6211" actId="1036"/>
          <ac:spMkLst>
            <pc:docMk/>
            <pc:sldMk cId="1986913413" sldId="2732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6" creationId="{3E7D4095-D2BB-E6C2-A00B-51E8F93D4AE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7" creationId="{2FD57DA2-ED22-9246-7698-C699E342AAED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9" creationId="{2D2DD260-BF22-E834-D80F-BCFA1E042E54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21" creationId="{E8AF9E53-BC95-D1E3-82CA-CCA0B85D0BAB}"/>
          </ac:spMkLst>
        </pc:spChg>
        <pc:spChg chg="del">
          <ac:chgData name="Xin Luo" userId="82312ee5779919a4" providerId="LiveId" clId="{3C4A7AF4-6488-5041-B432-D36EF53163D3}" dt="2023-02-23T09:23:50.475" v="5626" actId="478"/>
          <ac:spMkLst>
            <pc:docMk/>
            <pc:sldMk cId="1986913413" sldId="2732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23:46.458" v="5625" actId="478"/>
          <ac:grpSpMkLst>
            <pc:docMk/>
            <pc:sldMk cId="1986913413" sldId="2732"/>
            <ac:grpSpMk id="25" creationId="{0B21BADB-6B5A-522D-BF02-92EE6C415AC5}"/>
          </ac:grpSpMkLst>
        </pc:grpChg>
        <pc:grpChg chg="del">
          <ac:chgData name="Xin Luo" userId="82312ee5779919a4" providerId="LiveId" clId="{3C4A7AF4-6488-5041-B432-D36EF53163D3}" dt="2023-02-23T09:23:44.579" v="5624" actId="478"/>
          <ac:grpSpMkLst>
            <pc:docMk/>
            <pc:sldMk cId="1986913413" sldId="2732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13:39:58.827" v="6149" actId="164"/>
          <ac:grpSpMkLst>
            <pc:docMk/>
            <pc:sldMk cId="1986913413" sldId="2732"/>
            <ac:grpSpMk id="33" creationId="{1E36E9C9-B23B-0B90-084E-246D2143D484}"/>
          </ac:grpSpMkLst>
        </pc:grpChg>
        <pc:grpChg chg="del">
          <ac:chgData name="Xin Luo" userId="82312ee5779919a4" providerId="LiveId" clId="{3C4A7AF4-6488-5041-B432-D36EF53163D3}" dt="2023-02-23T09:23:50.475" v="5626" actId="478"/>
          <ac:grpSpMkLst>
            <pc:docMk/>
            <pc:sldMk cId="1986913413" sldId="2732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13:20:09.106" v="5841" actId="478"/>
          <ac:picMkLst>
            <pc:docMk/>
            <pc:sldMk cId="1986913413" sldId="2732"/>
            <ac:picMk id="5" creationId="{0F3C6337-840A-A22F-FD29-8C76197A2702}"/>
          </ac:picMkLst>
        </pc:picChg>
        <pc:picChg chg="add del mod">
          <ac:chgData name="Xin Luo" userId="82312ee5779919a4" providerId="LiveId" clId="{3C4A7AF4-6488-5041-B432-D36EF53163D3}" dt="2023-02-23T13:27:51.021" v="5863" actId="478"/>
          <ac:picMkLst>
            <pc:docMk/>
            <pc:sldMk cId="1986913413" sldId="2732"/>
            <ac:picMk id="9" creationId="{47AF5BBB-3A60-7AF4-EF37-81EE546F448A}"/>
          </ac:picMkLst>
        </pc:picChg>
        <pc:picChg chg="add del mod">
          <ac:chgData name="Xin Luo" userId="82312ee5779919a4" providerId="LiveId" clId="{3C4A7AF4-6488-5041-B432-D36EF53163D3}" dt="2023-02-23T13:39:58.827" v="6149" actId="164"/>
          <ac:picMkLst>
            <pc:docMk/>
            <pc:sldMk cId="1986913413" sldId="2732"/>
            <ac:picMk id="12" creationId="{6D7A52DC-C29A-9A43-F4B2-B0D7F2AF1CF6}"/>
          </ac:picMkLst>
        </pc:picChg>
        <pc:picChg chg="add del mod">
          <ac:chgData name="Xin Luo" userId="82312ee5779919a4" providerId="LiveId" clId="{3C4A7AF4-6488-5041-B432-D36EF53163D3}" dt="2023-02-23T13:28:13.051" v="5873" actId="478"/>
          <ac:picMkLst>
            <pc:docMk/>
            <pc:sldMk cId="1986913413" sldId="2732"/>
            <ac:picMk id="15" creationId="{9246C021-1A0B-9FC2-CF78-BC1081966B66}"/>
          </ac:picMkLst>
        </pc:picChg>
        <pc:picChg chg="add del mod">
          <ac:chgData name="Xin Luo" userId="82312ee5779919a4" providerId="LiveId" clId="{3C4A7AF4-6488-5041-B432-D36EF53163D3}" dt="2023-02-23T13:40:02.652" v="6150" actId="478"/>
          <ac:picMkLst>
            <pc:docMk/>
            <pc:sldMk cId="1986913413" sldId="2732"/>
            <ac:picMk id="29" creationId="{762ED712-67A1-F501-F2D8-DCB0592E22F5}"/>
          </ac:picMkLst>
        </pc:picChg>
        <pc:picChg chg="add del mod">
          <ac:chgData name="Xin Luo" userId="82312ee5779919a4" providerId="LiveId" clId="{3C4A7AF4-6488-5041-B432-D36EF53163D3}" dt="2023-02-23T13:38:40.792" v="6061" actId="478"/>
          <ac:picMkLst>
            <pc:docMk/>
            <pc:sldMk cId="1986913413" sldId="2732"/>
            <ac:picMk id="32" creationId="{9F62F483-2BDD-4BAD-3328-1C24C2029096}"/>
          </ac:picMkLst>
        </pc:picChg>
        <pc:picChg chg="add del mod">
          <ac:chgData name="Xin Luo" userId="82312ee5779919a4" providerId="LiveId" clId="{3C4A7AF4-6488-5041-B432-D36EF53163D3}" dt="2023-02-23T13:57:48.638" v="6238" actId="478"/>
          <ac:picMkLst>
            <pc:docMk/>
            <pc:sldMk cId="1986913413" sldId="2732"/>
            <ac:picMk id="36" creationId="{D10FE31F-3F42-EDC5-5A69-239D66ABC871}"/>
          </ac:picMkLst>
        </pc:picChg>
        <pc:picChg chg="add mod">
          <ac:chgData name="Xin Luo" userId="82312ee5779919a4" providerId="LiveId" clId="{3C4A7AF4-6488-5041-B432-D36EF53163D3}" dt="2023-02-23T13:58:03.496" v="6246" actId="1076"/>
          <ac:picMkLst>
            <pc:docMk/>
            <pc:sldMk cId="1986913413" sldId="2732"/>
            <ac:picMk id="38" creationId="{DBB716A2-DAE4-A0CB-0685-0DD3A5848392}"/>
          </ac:picMkLst>
        </pc:picChg>
      </pc:sldChg>
      <pc:sldChg chg="addSp delSp modSp add mod">
        <pc:chgData name="Xin Luo" userId="82312ee5779919a4" providerId="LiveId" clId="{3C4A7AF4-6488-5041-B432-D36EF53163D3}" dt="2023-02-23T14:00:47.321" v="6304" actId="1076"/>
        <pc:sldMkLst>
          <pc:docMk/>
          <pc:sldMk cId="270311508" sldId="2733"/>
        </pc:sldMkLst>
        <pc:spChg chg="mod">
          <ac:chgData name="Xin Luo" userId="82312ee5779919a4" providerId="LiveId" clId="{3C4A7AF4-6488-5041-B432-D36EF53163D3}" dt="2023-02-23T13:58:33.465" v="6260" actId="14100"/>
          <ac:spMkLst>
            <pc:docMk/>
            <pc:sldMk cId="270311508" sldId="2733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4:00:40.779" v="6302" actId="1076"/>
          <ac:spMkLst>
            <pc:docMk/>
            <pc:sldMk cId="270311508" sldId="2733"/>
            <ac:spMk id="10" creationId="{D5E5B261-8775-C3AF-17E6-8E3B7B2EB8DD}"/>
          </ac:spMkLst>
        </pc:spChg>
        <pc:grpChg chg="del">
          <ac:chgData name="Xin Luo" userId="82312ee5779919a4" providerId="LiveId" clId="{3C4A7AF4-6488-5041-B432-D36EF53163D3}" dt="2023-02-23T13:49:30.079" v="6213" actId="478"/>
          <ac:grpSpMkLst>
            <pc:docMk/>
            <pc:sldMk cId="270311508" sldId="2733"/>
            <ac:grpSpMk id="33" creationId="{1E36E9C9-B23B-0B90-084E-246D2143D484}"/>
          </ac:grpSpMkLst>
        </pc:grpChg>
        <pc:picChg chg="add del mod">
          <ac:chgData name="Xin Luo" userId="82312ee5779919a4" providerId="LiveId" clId="{3C4A7AF4-6488-5041-B432-D36EF53163D3}" dt="2023-02-23T13:50:54.929" v="6237" actId="478"/>
          <ac:picMkLst>
            <pc:docMk/>
            <pc:sldMk cId="270311508" sldId="2733"/>
            <ac:picMk id="5" creationId="{45C11474-3B63-2E64-AA9D-2A10A27D3F65}"/>
          </ac:picMkLst>
        </pc:picChg>
        <pc:picChg chg="add mod">
          <ac:chgData name="Xin Luo" userId="82312ee5779919a4" providerId="LiveId" clId="{3C4A7AF4-6488-5041-B432-D36EF53163D3}" dt="2023-02-23T14:00:47.321" v="6304" actId="1076"/>
          <ac:picMkLst>
            <pc:docMk/>
            <pc:sldMk cId="270311508" sldId="2733"/>
            <ac:picMk id="7" creationId="{FD4880BA-9A41-FB72-F608-E8DF18426892}"/>
          </ac:picMkLst>
        </pc:picChg>
        <pc:picChg chg="del">
          <ac:chgData name="Xin Luo" userId="82312ee5779919a4" providerId="LiveId" clId="{3C4A7AF4-6488-5041-B432-D36EF53163D3}" dt="2023-02-23T13:49:30.079" v="6213" actId="478"/>
          <ac:picMkLst>
            <pc:docMk/>
            <pc:sldMk cId="270311508" sldId="2733"/>
            <ac:picMk id="36" creationId="{D10FE31F-3F42-EDC5-5A69-239D66ABC871}"/>
          </ac:picMkLst>
        </pc:picChg>
      </pc:sldChg>
      <pc:sldChg chg="addSp delSp modSp add mod">
        <pc:chgData name="Xin Luo" userId="82312ee5779919a4" providerId="LiveId" clId="{3C4A7AF4-6488-5041-B432-D36EF53163D3}" dt="2023-02-23T14:29:59.110" v="6746" actId="403"/>
        <pc:sldMkLst>
          <pc:docMk/>
          <pc:sldMk cId="3138813826" sldId="2734"/>
        </pc:sldMkLst>
        <pc:spChg chg="mod">
          <ac:chgData name="Xin Luo" userId="82312ee5779919a4" providerId="LiveId" clId="{3C4A7AF4-6488-5041-B432-D36EF53163D3}" dt="2023-02-23T14:24:45.076" v="6407" actId="20577"/>
          <ac:spMkLst>
            <pc:docMk/>
            <pc:sldMk cId="3138813826" sldId="2734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4:29:54.827" v="6743" actId="478"/>
          <ac:spMkLst>
            <pc:docMk/>
            <pc:sldMk cId="3138813826" sldId="2734"/>
            <ac:spMk id="5" creationId="{045952CA-B870-EE0D-254E-C4F0D7559A1D}"/>
          </ac:spMkLst>
        </pc:spChg>
        <pc:spChg chg="add mod">
          <ac:chgData name="Xin Luo" userId="82312ee5779919a4" providerId="LiveId" clId="{3C4A7AF4-6488-5041-B432-D36EF53163D3}" dt="2023-02-23T14:29:59.110" v="6746" actId="403"/>
          <ac:spMkLst>
            <pc:docMk/>
            <pc:sldMk cId="3138813826" sldId="2734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27:23.377" v="6681" actId="1076"/>
          <ac:spMkLst>
            <pc:docMk/>
            <pc:sldMk cId="3138813826" sldId="2734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14:33:30.940" v="6917" actId="1037"/>
        <pc:sldMkLst>
          <pc:docMk/>
          <pc:sldMk cId="128317883" sldId="2735"/>
        </pc:sldMkLst>
        <pc:spChg chg="add mod">
          <ac:chgData name="Xin Luo" userId="82312ee5779919a4" providerId="LiveId" clId="{3C4A7AF4-6488-5041-B432-D36EF53163D3}" dt="2023-02-23T14:33:24.596" v="6912" actId="1076"/>
          <ac:spMkLst>
            <pc:docMk/>
            <pc:sldMk cId="128317883" sldId="2735"/>
            <ac:spMk id="4" creationId="{3C988FB7-FCA7-1C11-558C-286915D478EB}"/>
          </ac:spMkLst>
        </pc:spChg>
        <pc:spChg chg="mod">
          <ac:chgData name="Xin Luo" userId="82312ee5779919a4" providerId="LiveId" clId="{3C4A7AF4-6488-5041-B432-D36EF53163D3}" dt="2023-02-23T14:30:37.592" v="6752" actId="1035"/>
          <ac:spMkLst>
            <pc:docMk/>
            <pc:sldMk cId="128317883" sldId="2735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33:30.940" v="6917" actId="1037"/>
          <ac:spMkLst>
            <pc:docMk/>
            <pc:sldMk cId="128317883" sldId="2735"/>
            <ac:spMk id="17" creationId="{9E05FFCA-3371-AF5C-381D-71D984055F5A}"/>
          </ac:spMkLst>
        </pc:spChg>
      </pc:sldChg>
      <pc:sldChg chg="delSp add mod">
        <pc:chgData name="Xin Luo" userId="82312ee5779919a4" providerId="LiveId" clId="{3C4A7AF4-6488-5041-B432-D36EF53163D3}" dt="2023-02-23T14:33:41.327" v="6919" actId="478"/>
        <pc:sldMkLst>
          <pc:docMk/>
          <pc:sldMk cId="383906436" sldId="2736"/>
        </pc:sldMkLst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4" creationId="{3C988FB7-FCA7-1C11-558C-286915D478EB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6" creationId="{7F081F01-398A-43C9-F4B4-7155679B9827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4807F875-6F75-AB41-83F0-5AE490FE2F1C}"/>
    <pc:docChg chg="custSel addSld modSld">
      <pc:chgData name="Xin Luo" userId="82312ee5779919a4" providerId="LiveId" clId="{4807F875-6F75-AB41-83F0-5AE490FE2F1C}" dt="2023-09-13T14:07:01.122" v="8" actId="1076"/>
      <pc:docMkLst>
        <pc:docMk/>
      </pc:docMkLst>
      <pc:sldChg chg="addSp delSp modSp mod">
        <pc:chgData name="Xin Luo" userId="82312ee5779919a4" providerId="LiveId" clId="{4807F875-6F75-AB41-83F0-5AE490FE2F1C}" dt="2023-09-13T14:06:41.345" v="2" actId="478"/>
        <pc:sldMkLst>
          <pc:docMk/>
          <pc:sldMk cId="3741103209" sldId="2745"/>
        </pc:sldMkLst>
        <pc:picChg chg="add del mod">
          <ac:chgData name="Xin Luo" userId="82312ee5779919a4" providerId="LiveId" clId="{4807F875-6F75-AB41-83F0-5AE490FE2F1C}" dt="2023-09-13T14:06:41.345" v="2" actId="478"/>
          <ac:picMkLst>
            <pc:docMk/>
            <pc:sldMk cId="3741103209" sldId="2745"/>
            <ac:picMk id="5" creationId="{197EF1EF-C4B4-1C55-B736-D9AE60BE4C77}"/>
          </ac:picMkLst>
        </pc:picChg>
      </pc:sldChg>
      <pc:sldChg chg="modSp add mod">
        <pc:chgData name="Xin Luo" userId="82312ee5779919a4" providerId="LiveId" clId="{4807F875-6F75-AB41-83F0-5AE490FE2F1C}" dt="2023-09-13T14:07:01.122" v="8" actId="1076"/>
        <pc:sldMkLst>
          <pc:docMk/>
          <pc:sldMk cId="1878724924" sldId="2758"/>
        </pc:sldMkLst>
        <pc:spChg chg="mod">
          <ac:chgData name="Xin Luo" userId="82312ee5779919a4" providerId="LiveId" clId="{4807F875-6F75-AB41-83F0-5AE490FE2F1C}" dt="2023-09-13T14:06:54.082" v="5" actId="20577"/>
          <ac:spMkLst>
            <pc:docMk/>
            <pc:sldMk cId="1878724924" sldId="2758"/>
            <ac:spMk id="17" creationId="{9E05FFCA-3371-AF5C-381D-71D984055F5A}"/>
          </ac:spMkLst>
        </pc:spChg>
        <pc:picChg chg="mod">
          <ac:chgData name="Xin Luo" userId="82312ee5779919a4" providerId="LiveId" clId="{4807F875-6F75-AB41-83F0-5AE490FE2F1C}" dt="2023-09-13T14:07:01.122" v="8" actId="1076"/>
          <ac:picMkLst>
            <pc:docMk/>
            <pc:sldMk cId="1878724924" sldId="2758"/>
            <ac:picMk id="5" creationId="{197EF1EF-C4B4-1C55-B736-D9AE60BE4C77}"/>
          </ac:picMkLst>
        </pc:picChg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82BFAA31-791A-9843-976C-3AAFAA5AC07D}"/>
    <pc:docChg chg="undo custSel addSld delSld modSld">
      <pc:chgData name="Xin Luo" userId="82312ee5779919a4" providerId="LiveId" clId="{82BFAA31-791A-9843-976C-3AAFAA5AC07D}" dt="2023-03-05T13:50:34.172" v="6224" actId="1035"/>
      <pc:docMkLst>
        <pc:docMk/>
      </pc:docMkLst>
      <pc:sldChg chg="modSp mod">
        <pc:chgData name="Xin Luo" userId="82312ee5779919a4" providerId="LiveId" clId="{82BFAA31-791A-9843-976C-3AAFAA5AC07D}" dt="2023-03-04T01:58:49.501" v="2918" actId="20577"/>
        <pc:sldMkLst>
          <pc:docMk/>
          <pc:sldMk cId="4067577602" sldId="2605"/>
        </pc:sldMkLst>
        <pc:spChg chg="mod">
          <ac:chgData name="Xin Luo" userId="82312ee5779919a4" providerId="LiveId" clId="{82BFAA31-791A-9843-976C-3AAFAA5AC07D}" dt="2023-03-04T01:58:49.501" v="2918" actId="20577"/>
          <ac:spMkLst>
            <pc:docMk/>
            <pc:sldMk cId="4067577602" sldId="2605"/>
            <ac:spMk id="5" creationId="{78502774-B04C-634F-1396-E5815996BC36}"/>
          </ac:spMkLst>
        </pc:spChg>
      </pc:sldChg>
      <pc:sldChg chg="addSp delSp modSp mod">
        <pc:chgData name="Xin Luo" userId="82312ee5779919a4" providerId="LiveId" clId="{82BFAA31-791A-9843-976C-3AAFAA5AC07D}" dt="2023-03-04T03:17:04.154" v="3027" actId="20577"/>
        <pc:sldMkLst>
          <pc:docMk/>
          <pc:sldMk cId="3833073590" sldId="2716"/>
        </pc:sldMkLst>
        <pc:spChg chg="mod">
          <ac:chgData name="Xin Luo" userId="82312ee5779919a4" providerId="LiveId" clId="{82BFAA31-791A-9843-976C-3AAFAA5AC07D}" dt="2023-02-24T03:06:08.550" v="104" actId="20577"/>
          <ac:spMkLst>
            <pc:docMk/>
            <pc:sldMk cId="3833073590" sldId="2716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2-24T03:02:42.862" v="33" actId="478"/>
          <ac:spMkLst>
            <pc:docMk/>
            <pc:sldMk cId="3833073590" sldId="2716"/>
            <ac:spMk id="5" creationId="{9F4AEA98-0C33-E82A-EB75-839D0F0B55A4}"/>
          </ac:spMkLst>
        </pc:spChg>
        <pc:spChg chg="add mod">
          <ac:chgData name="Xin Luo" userId="82312ee5779919a4" providerId="LiveId" clId="{82BFAA31-791A-9843-976C-3AAFAA5AC07D}" dt="2023-03-04T03:17:04.154" v="3027" actId="20577"/>
          <ac:spMkLst>
            <pc:docMk/>
            <pc:sldMk cId="3833073590" sldId="2716"/>
            <ac:spMk id="6" creationId="{6741FEA2-C046-FD82-2800-2CB513792080}"/>
          </ac:spMkLst>
        </pc:spChg>
        <pc:picChg chg="add del">
          <ac:chgData name="Xin Luo" userId="82312ee5779919a4" providerId="LiveId" clId="{82BFAA31-791A-9843-976C-3AAFAA5AC07D}" dt="2023-02-24T03:02:42.862" v="33" actId="478"/>
          <ac:picMkLst>
            <pc:docMk/>
            <pc:sldMk cId="3833073590" sldId="2716"/>
            <ac:picMk id="1026" creationId="{37EB6838-2807-43B3-E78E-EF1353DBEC4D}"/>
          </ac:picMkLst>
        </pc:picChg>
        <pc:picChg chg="add del mod">
          <ac:chgData name="Xin Luo" userId="82312ee5779919a4" providerId="LiveId" clId="{82BFAA31-791A-9843-976C-3AAFAA5AC07D}" dt="2023-02-24T03:03:49.502" v="38" actId="478"/>
          <ac:picMkLst>
            <pc:docMk/>
            <pc:sldMk cId="3833073590" sldId="2716"/>
            <ac:picMk id="1028" creationId="{0060DCE3-4593-4CBE-2C1A-12A7D72C453A}"/>
          </ac:picMkLst>
        </pc:picChg>
        <pc:picChg chg="add del mod">
          <ac:chgData name="Xin Luo" userId="82312ee5779919a4" providerId="LiveId" clId="{82BFAA31-791A-9843-976C-3AAFAA5AC07D}" dt="2023-03-04T03:16:57.384" v="3023" actId="14100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82BFAA31-791A-9843-976C-3AAFAA5AC07D}" dt="2023-02-24T08:50:06.402" v="585" actId="20577"/>
        <pc:sldMkLst>
          <pc:docMk/>
          <pc:sldMk cId="972163772" sldId="2720"/>
        </pc:sldMkLst>
        <pc:spChg chg="mod">
          <ac:chgData name="Xin Luo" userId="82312ee5779919a4" providerId="LiveId" clId="{82BFAA31-791A-9843-976C-3AAFAA5AC07D}" dt="2023-02-24T08:50:06.402" v="585" actId="20577"/>
          <ac:spMkLst>
            <pc:docMk/>
            <pc:sldMk cId="972163772" sldId="2720"/>
            <ac:spMk id="7" creationId="{00000000-0000-0000-0000-000000000000}"/>
          </ac:spMkLst>
        </pc:spChg>
        <pc:picChg chg="add del">
          <ac:chgData name="Xin Luo" userId="82312ee5779919a4" providerId="LiveId" clId="{82BFAA31-791A-9843-976C-3AAFAA5AC07D}" dt="2023-02-24T08:47:42.881" v="485"/>
          <ac:picMkLst>
            <pc:docMk/>
            <pc:sldMk cId="972163772" sldId="2720"/>
            <ac:picMk id="3074" creationId="{C4128BB6-F8FE-667B-1E3D-38360E7E0C3C}"/>
          </ac:picMkLst>
        </pc:picChg>
      </pc:sldChg>
      <pc:sldChg chg="addSp delSp modSp mod">
        <pc:chgData name="Xin Luo" userId="82312ee5779919a4" providerId="LiveId" clId="{82BFAA31-791A-9843-976C-3AAFAA5AC07D}" dt="2023-02-24T13:00:34.955" v="2586" actId="1036"/>
        <pc:sldMkLst>
          <pc:docMk/>
          <pc:sldMk cId="2689695864" sldId="2721"/>
        </pc:sldMkLst>
        <pc:spChg chg="mod">
          <ac:chgData name="Xin Luo" userId="82312ee5779919a4" providerId="LiveId" clId="{82BFAA31-791A-9843-976C-3AAFAA5AC07D}" dt="2023-02-24T13:00:34.955" v="2586" actId="1036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08:50:21.921" v="586"/>
          <ac:spMkLst>
            <pc:docMk/>
            <pc:sldMk cId="2689695864" sldId="2721"/>
            <ac:spMk id="3" creationId="{00000000-0000-0000-0000-000000000000}"/>
          </ac:spMkLst>
        </pc:spChg>
        <pc:spChg chg="add del mod">
          <ac:chgData name="Xin Luo" userId="82312ee5779919a4" providerId="LiveId" clId="{82BFAA31-791A-9843-976C-3AAFAA5AC07D}" dt="2023-02-24T12:38:43.360" v="1999" actId="478"/>
          <ac:spMkLst>
            <pc:docMk/>
            <pc:sldMk cId="2689695864" sldId="2721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3:00:31.975" v="2582" actId="1036"/>
          <ac:spMkLst>
            <pc:docMk/>
            <pc:sldMk cId="2689695864" sldId="2721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82BFAA31-791A-9843-976C-3AAFAA5AC07D}" dt="2023-03-05T13:50:34.172" v="6224" actId="1035"/>
        <pc:sldMkLst>
          <pc:docMk/>
          <pc:sldMk cId="1209572041" sldId="2722"/>
        </pc:sldMkLst>
        <pc:spChg chg="mod">
          <ac:chgData name="Xin Luo" userId="82312ee5779919a4" providerId="LiveId" clId="{82BFAA31-791A-9843-976C-3AAFAA5AC07D}" dt="2023-03-04T15:50:28.639" v="6152" actId="20577"/>
          <ac:spMkLst>
            <pc:docMk/>
            <pc:sldMk cId="1209572041" sldId="2722"/>
            <ac:spMk id="11" creationId="{53A7E693-8098-76C4-CD5D-47166ABEB164}"/>
          </ac:spMkLst>
        </pc:spChg>
        <pc:spChg chg="mod">
          <ac:chgData name="Xin Luo" userId="82312ee5779919a4" providerId="LiveId" clId="{82BFAA31-791A-9843-976C-3AAFAA5AC07D}" dt="2023-03-05T13:50:34.172" v="6224" actId="1035"/>
          <ac:spMkLst>
            <pc:docMk/>
            <pc:sldMk cId="1209572041" sldId="2722"/>
            <ac:spMk id="13" creationId="{303BC878-BC57-D350-27A3-F03AE48213AC}"/>
          </ac:spMkLst>
        </pc:spChg>
      </pc:sldChg>
      <pc:sldChg chg="add del">
        <pc:chgData name="Xin Luo" userId="82312ee5779919a4" providerId="LiveId" clId="{82BFAA31-791A-9843-976C-3AAFAA5AC07D}" dt="2023-03-04T02:01:30.300" v="3010" actId="2696"/>
        <pc:sldMkLst>
          <pc:docMk/>
          <pc:sldMk cId="2179406886" sldId="2724"/>
        </pc:sldMkLst>
      </pc:sldChg>
      <pc:sldChg chg="addSp delSp modSp add mod">
        <pc:chgData name="Xin Luo" userId="82312ee5779919a4" providerId="LiveId" clId="{82BFAA31-791A-9843-976C-3AAFAA5AC07D}" dt="2023-03-04T03:20:48.887" v="3034" actId="1036"/>
        <pc:sldMkLst>
          <pc:docMk/>
          <pc:sldMk cId="4156684215" sldId="2738"/>
        </pc:sldMkLst>
        <pc:spChg chg="mod">
          <ac:chgData name="Xin Luo" userId="82312ee5779919a4" providerId="LiveId" clId="{82BFAA31-791A-9843-976C-3AAFAA5AC07D}" dt="2023-02-24T07:02:55.789" v="157" actId="20577"/>
          <ac:spMkLst>
            <pc:docMk/>
            <pc:sldMk cId="4156684215" sldId="2738"/>
            <ac:spMk id="2" creationId="{631AADB6-C88A-D817-4683-FC087E4E240F}"/>
          </ac:spMkLst>
        </pc:spChg>
        <pc:spChg chg="add del mod">
          <ac:chgData name="Xin Luo" userId="82312ee5779919a4" providerId="LiveId" clId="{82BFAA31-791A-9843-976C-3AAFAA5AC07D}" dt="2023-03-04T03:20:48.887" v="3034" actId="1036"/>
          <ac:spMkLst>
            <pc:docMk/>
            <pc:sldMk cId="4156684215" sldId="2738"/>
            <ac:spMk id="6" creationId="{6741FEA2-C046-FD82-2800-2CB513792080}"/>
          </ac:spMkLst>
        </pc:spChg>
        <pc:picChg chg="del mod">
          <ac:chgData name="Xin Luo" userId="82312ee5779919a4" providerId="LiveId" clId="{82BFAA31-791A-9843-976C-3AAFAA5AC07D}" dt="2023-02-24T07:03:01.663" v="158" actId="478"/>
          <ac:picMkLst>
            <pc:docMk/>
            <pc:sldMk cId="4156684215" sldId="2738"/>
            <ac:picMk id="1030" creationId="{C93DB76E-C02F-05AC-2014-674F7E808ADA}"/>
          </ac:picMkLst>
        </pc:picChg>
        <pc:picChg chg="add del mod">
          <ac:chgData name="Xin Luo" userId="82312ee5779919a4" providerId="LiveId" clId="{82BFAA31-791A-9843-976C-3AAFAA5AC07D}" dt="2023-03-04T03:20:37.844" v="3030" actId="14100"/>
          <ac:picMkLst>
            <pc:docMk/>
            <pc:sldMk cId="4156684215" sldId="2738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3-04T03:45:03.441" v="3776" actId="21"/>
        <pc:sldMkLst>
          <pc:docMk/>
          <pc:sldMk cId="2776132283" sldId="2739"/>
        </pc:sldMkLst>
        <pc:spChg chg="mod">
          <ac:chgData name="Xin Luo" userId="82312ee5779919a4" providerId="LiveId" clId="{82BFAA31-791A-9843-976C-3AAFAA5AC07D}" dt="2023-03-04T03:21:31.106" v="3042" actId="20577"/>
          <ac:spMkLst>
            <pc:docMk/>
            <pc:sldMk cId="2776132283" sldId="2739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3-04T03:45:03.441" v="3776" actId="21"/>
          <ac:spMkLst>
            <pc:docMk/>
            <pc:sldMk cId="2776132283" sldId="2739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2-24T09:02:09.130" v="665" actId="478"/>
          <ac:picMkLst>
            <pc:docMk/>
            <pc:sldMk cId="2776132283" sldId="2739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2-24T12:42:54.354" v="2196" actId="20577"/>
        <pc:sldMkLst>
          <pc:docMk/>
          <pc:sldMk cId="2510358707" sldId="2740"/>
        </pc:sldMkLst>
        <pc:spChg chg="mod">
          <ac:chgData name="Xin Luo" userId="82312ee5779919a4" providerId="LiveId" clId="{82BFAA31-791A-9843-976C-3AAFAA5AC07D}" dt="2023-02-24T12:39:15.147" v="2006" actId="20577"/>
          <ac:spMkLst>
            <pc:docMk/>
            <pc:sldMk cId="2510358707" sldId="2740"/>
            <ac:spMk id="2" creationId="{631AADB6-C88A-D817-4683-FC087E4E240F}"/>
          </ac:spMkLst>
        </pc:spChg>
        <pc:spChg chg="del mod">
          <ac:chgData name="Xin Luo" userId="82312ee5779919a4" providerId="LiveId" clId="{82BFAA31-791A-9843-976C-3AAFAA5AC07D}" dt="2023-02-24T12:26:37.033" v="1934" actId="478"/>
          <ac:spMkLst>
            <pc:docMk/>
            <pc:sldMk cId="2510358707" sldId="2740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2:42:54.354" v="2196" actId="20577"/>
          <ac:spMkLst>
            <pc:docMk/>
            <pc:sldMk cId="2510358707" sldId="2740"/>
            <ac:spMk id="17" creationId="{9E05FFCA-3371-AF5C-381D-71D984055F5A}"/>
          </ac:spMkLst>
        </pc:spChg>
      </pc:sldChg>
      <pc:sldChg chg="add del">
        <pc:chgData name="Xin Luo" userId="82312ee5779919a4" providerId="LiveId" clId="{82BFAA31-791A-9843-976C-3AAFAA5AC07D}" dt="2023-02-24T12:26:24.988" v="1931"/>
        <pc:sldMkLst>
          <pc:docMk/>
          <pc:sldMk cId="2028886328" sldId="2741"/>
        </pc:sldMkLst>
      </pc:sldChg>
      <pc:sldChg chg="delSp modSp add mod">
        <pc:chgData name="Xin Luo" userId="82312ee5779919a4" providerId="LiveId" clId="{82BFAA31-791A-9843-976C-3AAFAA5AC07D}" dt="2023-03-04T15:50:04.739" v="6144" actId="1076"/>
        <pc:sldMkLst>
          <pc:docMk/>
          <pc:sldMk cId="2476237792" sldId="2741"/>
        </pc:sldMkLst>
        <pc:spChg chg="del mod">
          <ac:chgData name="Xin Luo" userId="82312ee5779919a4" providerId="LiveId" clId="{82BFAA31-791A-9843-976C-3AAFAA5AC07D}" dt="2023-03-04T15:49:54.035" v="6137" actId="478"/>
          <ac:spMkLst>
            <pc:docMk/>
            <pc:sldMk cId="2476237792" sldId="274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12:39:25.368" v="2008"/>
          <ac:spMkLst>
            <pc:docMk/>
            <pc:sldMk cId="2476237792" sldId="2741"/>
            <ac:spMk id="3" creationId="{00000000-0000-0000-0000-000000000000}"/>
          </ac:spMkLst>
        </pc:spChg>
        <pc:spChg chg="mod">
          <ac:chgData name="Xin Luo" userId="82312ee5779919a4" providerId="LiveId" clId="{82BFAA31-791A-9843-976C-3AAFAA5AC07D}" dt="2023-03-04T15:50:04.739" v="6144" actId="1076"/>
          <ac:spMkLst>
            <pc:docMk/>
            <pc:sldMk cId="2476237792" sldId="2741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82BFAA31-791A-9843-976C-3AAFAA5AC07D}" dt="2023-03-04T03:03:29.776" v="3020" actId="1036"/>
        <pc:sldMkLst>
          <pc:docMk/>
          <pc:sldMk cId="3151170836" sldId="2742"/>
        </pc:sldMkLst>
        <pc:spChg chg="mod">
          <ac:chgData name="Xin Luo" userId="82312ee5779919a4" providerId="LiveId" clId="{82BFAA31-791A-9843-976C-3AAFAA5AC07D}" dt="2023-03-04T02:00:17.248" v="3002" actId="20577"/>
          <ac:spMkLst>
            <pc:docMk/>
            <pc:sldMk cId="3151170836" sldId="2742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3-04T02:01:16.980" v="3004" actId="478"/>
          <ac:spMkLst>
            <pc:docMk/>
            <pc:sldMk cId="3151170836" sldId="2742"/>
            <ac:spMk id="5" creationId="{78502774-B04C-634F-1396-E5815996BC36}"/>
          </ac:spMkLst>
        </pc:spChg>
        <pc:spChg chg="add mod">
          <ac:chgData name="Xin Luo" userId="82312ee5779919a4" providerId="LiveId" clId="{82BFAA31-791A-9843-976C-3AAFAA5AC07D}" dt="2023-03-04T03:03:29.776" v="3020" actId="1036"/>
          <ac:spMkLst>
            <pc:docMk/>
            <pc:sldMk cId="3151170836" sldId="2742"/>
            <ac:spMk id="6" creationId="{FA343B24-C04E-C7D0-D427-DA131ECB74AB}"/>
          </ac:spMkLst>
        </pc:spChg>
        <pc:picChg chg="add del mod">
          <ac:chgData name="Xin Luo" userId="82312ee5779919a4" providerId="LiveId" clId="{82BFAA31-791A-9843-976C-3AAFAA5AC07D}" dt="2023-03-04T02:04:10.432" v="3011" actId="478"/>
          <ac:picMkLst>
            <pc:docMk/>
            <pc:sldMk cId="3151170836" sldId="2742"/>
            <ac:picMk id="4" creationId="{5EA5EFD9-CFD1-878E-F82B-E455DCC4FB27}"/>
          </ac:picMkLst>
        </pc:picChg>
        <pc:picChg chg="add mod">
          <ac:chgData name="Xin Luo" userId="82312ee5779919a4" providerId="LiveId" clId="{82BFAA31-791A-9843-976C-3AAFAA5AC07D}" dt="2023-03-04T03:03:27.642" v="3017" actId="1036"/>
          <ac:picMkLst>
            <pc:docMk/>
            <pc:sldMk cId="3151170836" sldId="2742"/>
            <ac:picMk id="7" creationId="{3DD36E7D-5F30-A7D7-486A-8D2AC067CE47}"/>
          </ac:picMkLst>
        </pc:picChg>
        <pc:picChg chg="del">
          <ac:chgData name="Xin Luo" userId="82312ee5779919a4" providerId="LiveId" clId="{82BFAA31-791A-9843-976C-3AAFAA5AC07D}" dt="2023-03-04T02:01:21.181" v="3006" actId="478"/>
          <ac:picMkLst>
            <pc:docMk/>
            <pc:sldMk cId="3151170836" sldId="2742"/>
            <ac:picMk id="1026" creationId="{75908E15-58DA-73BD-95F9-CACD1B8B9D82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28" creationId="{1E2BFB6C-B7E5-CAF9-B8CC-09A5029EC264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0" creationId="{CB7EE236-3D18-EC53-3225-10EBB3B4EC77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2" creationId="{BFA8C7BD-9CEC-ADA1-21BA-0EE8338C6EA3}"/>
          </ac:picMkLst>
        </pc:picChg>
      </pc:sldChg>
      <pc:sldChg chg="addSp delSp modSp add mod">
        <pc:chgData name="Xin Luo" userId="82312ee5779919a4" providerId="LiveId" clId="{82BFAA31-791A-9843-976C-3AAFAA5AC07D}" dt="2023-03-04T03:37:26.975" v="3431" actId="1076"/>
        <pc:sldMkLst>
          <pc:docMk/>
          <pc:sldMk cId="4194482579" sldId="2743"/>
        </pc:sldMkLst>
        <pc:spChg chg="add del mod">
          <ac:chgData name="Xin Luo" userId="82312ee5779919a4" providerId="LiveId" clId="{82BFAA31-791A-9843-976C-3AAFAA5AC07D}" dt="2023-03-04T03:37:26.975" v="3431" actId="1076"/>
          <ac:spMkLst>
            <pc:docMk/>
            <pc:sldMk cId="4194482579" sldId="2743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3-04T03:21:59.148" v="3044" actId="478"/>
          <ac:picMkLst>
            <pc:docMk/>
            <pc:sldMk cId="4194482579" sldId="2743"/>
            <ac:picMk id="2050" creationId="{324F0AC4-07BA-4B3E-1A6B-D49FF0B87AC4}"/>
          </ac:picMkLst>
        </pc:picChg>
      </pc:sldChg>
      <pc:sldChg chg="addSp delSp modSp add mod">
        <pc:chgData name="Xin Luo" userId="82312ee5779919a4" providerId="LiveId" clId="{82BFAA31-791A-9843-976C-3AAFAA5AC07D}" dt="2023-03-04T15:11:00.971" v="4794" actId="2711"/>
        <pc:sldMkLst>
          <pc:docMk/>
          <pc:sldMk cId="3883315984" sldId="2744"/>
        </pc:sldMkLst>
        <pc:spChg chg="mod">
          <ac:chgData name="Xin Luo" userId="82312ee5779919a4" providerId="LiveId" clId="{82BFAA31-791A-9843-976C-3AAFAA5AC07D}" dt="2023-03-04T15:08:30.473" v="4619" actId="20577"/>
          <ac:spMkLst>
            <pc:docMk/>
            <pc:sldMk cId="3883315984" sldId="2744"/>
            <ac:spMk id="17" creationId="{9E05FFCA-3371-AF5C-381D-71D984055F5A}"/>
          </ac:spMkLst>
        </pc:spChg>
        <pc:spChg chg="add mod">
          <ac:chgData name="Xin Luo" userId="82312ee5779919a4" providerId="LiveId" clId="{82BFAA31-791A-9843-976C-3AAFAA5AC07D}" dt="2023-03-04T15:11:00.971" v="4794" actId="2711"/>
          <ac:spMkLst>
            <pc:docMk/>
            <pc:sldMk cId="3883315984" sldId="2744"/>
            <ac:spMk id="21" creationId="{E7C93A00-7E31-E000-6BED-292B08A4B198}"/>
          </ac:spMkLst>
        </pc:spChg>
        <pc:picChg chg="add del mod">
          <ac:chgData name="Xin Luo" userId="82312ee5779919a4" providerId="LiveId" clId="{82BFAA31-791A-9843-976C-3AAFAA5AC07D}" dt="2023-03-04T14:43:12.336" v="4260" actId="478"/>
          <ac:picMkLst>
            <pc:docMk/>
            <pc:sldMk cId="3883315984" sldId="2744"/>
            <ac:picMk id="5" creationId="{6A29A75C-8731-031C-F586-AB16E9D87EF1}"/>
          </ac:picMkLst>
        </pc:picChg>
        <pc:picChg chg="add del mod">
          <ac:chgData name="Xin Luo" userId="82312ee5779919a4" providerId="LiveId" clId="{82BFAA31-791A-9843-976C-3AAFAA5AC07D}" dt="2023-03-04T14:43:13.340" v="4261" actId="478"/>
          <ac:picMkLst>
            <pc:docMk/>
            <pc:sldMk cId="3883315984" sldId="2744"/>
            <ac:picMk id="7" creationId="{56F139B7-CE64-C317-CDCE-ED656E5CE752}"/>
          </ac:picMkLst>
        </pc:picChg>
        <pc:picChg chg="add del mod">
          <ac:chgData name="Xin Luo" userId="82312ee5779919a4" providerId="LiveId" clId="{82BFAA31-791A-9843-976C-3AAFAA5AC07D}" dt="2023-03-04T14:57:11.977" v="4367" actId="478"/>
          <ac:picMkLst>
            <pc:docMk/>
            <pc:sldMk cId="3883315984" sldId="2744"/>
            <ac:picMk id="9" creationId="{B93FB35F-20AA-92EB-B0CA-45DF00DB1C48}"/>
          </ac:picMkLst>
        </pc:picChg>
        <pc:picChg chg="add del mod">
          <ac:chgData name="Xin Luo" userId="82312ee5779919a4" providerId="LiveId" clId="{82BFAA31-791A-9843-976C-3AAFAA5AC07D}" dt="2023-03-04T15:08:25.973" v="4617" actId="478"/>
          <ac:picMkLst>
            <pc:docMk/>
            <pc:sldMk cId="3883315984" sldId="2744"/>
            <ac:picMk id="11" creationId="{7FFE9DD7-9FAD-B833-34A7-F9D00BB93C74}"/>
          </ac:picMkLst>
        </pc:picChg>
        <pc:picChg chg="add del mod">
          <ac:chgData name="Xin Luo" userId="82312ee5779919a4" providerId="LiveId" clId="{82BFAA31-791A-9843-976C-3AAFAA5AC07D}" dt="2023-03-04T15:08:26.853" v="4618" actId="478"/>
          <ac:picMkLst>
            <pc:docMk/>
            <pc:sldMk cId="3883315984" sldId="2744"/>
            <ac:picMk id="13" creationId="{99DA1880-9B80-A24C-3180-693E3B5EE1BF}"/>
          </ac:picMkLst>
        </pc:picChg>
        <pc:picChg chg="add del mod">
          <ac:chgData name="Xin Luo" userId="82312ee5779919a4" providerId="LiveId" clId="{82BFAA31-791A-9843-976C-3AAFAA5AC07D}" dt="2023-03-04T15:07:19.751" v="4571" actId="478"/>
          <ac:picMkLst>
            <pc:docMk/>
            <pc:sldMk cId="3883315984" sldId="2744"/>
            <ac:picMk id="15" creationId="{76264687-7C79-E28C-9AC8-4ACC581E6CB9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18" creationId="{0837DC30-4620-0035-DE40-9319EFBA876D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20" creationId="{1C80845A-A83F-D903-2B37-F9CB37E4E25A}"/>
          </ac:picMkLst>
        </pc:picChg>
      </pc:sldChg>
      <pc:sldChg chg="modSp add mod">
        <pc:chgData name="Xin Luo" userId="82312ee5779919a4" providerId="LiveId" clId="{82BFAA31-791A-9843-976C-3AAFAA5AC07D}" dt="2023-03-04T15:21:58.766" v="5230" actId="1038"/>
        <pc:sldMkLst>
          <pc:docMk/>
          <pc:sldMk cId="3741103209" sldId="2745"/>
        </pc:sldMkLst>
        <pc:spChg chg="mod">
          <ac:chgData name="Xin Luo" userId="82312ee5779919a4" providerId="LiveId" clId="{82BFAA31-791A-9843-976C-3AAFAA5AC07D}" dt="2023-03-04T15:21:58.766" v="5230" actId="1038"/>
          <ac:spMkLst>
            <pc:docMk/>
            <pc:sldMk cId="3741103209" sldId="2745"/>
            <ac:spMk id="17" creationId="{9E05FFCA-3371-AF5C-381D-71D984055F5A}"/>
          </ac:spMkLst>
        </pc:spChg>
      </pc:sldChg>
      <pc:sldChg chg="modSp add mod">
        <pc:chgData name="Xin Luo" userId="82312ee5779919a4" providerId="LiveId" clId="{82BFAA31-791A-9843-976C-3AAFAA5AC07D}" dt="2023-03-04T15:08:22.005" v="4615" actId="1035"/>
        <pc:sldMkLst>
          <pc:docMk/>
          <pc:sldMk cId="322086101" sldId="2746"/>
        </pc:sldMkLst>
        <pc:spChg chg="mod">
          <ac:chgData name="Xin Luo" userId="82312ee5779919a4" providerId="LiveId" clId="{82BFAA31-791A-9843-976C-3AAFAA5AC07D}" dt="2023-03-04T15:07:51.391" v="4588" actId="20577"/>
          <ac:spMkLst>
            <pc:docMk/>
            <pc:sldMk cId="322086101" sldId="2746"/>
            <ac:spMk id="17" creationId="{9E05FFCA-3371-AF5C-381D-71D984055F5A}"/>
          </ac:spMkLst>
        </pc:sp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1" creationId="{7FFE9DD7-9FAD-B833-34A7-F9D00BB93C74}"/>
          </ac:picMkLst>
        </pc:pic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3" creationId="{99DA1880-9B80-A24C-3180-693E3B5EE1BF}"/>
          </ac:picMkLst>
        </pc:picChg>
      </pc:sldChg>
      <pc:sldChg chg="addSp modSp add mod">
        <pc:chgData name="Xin Luo" userId="82312ee5779919a4" providerId="LiveId" clId="{82BFAA31-791A-9843-976C-3AAFAA5AC07D}" dt="2023-03-04T15:26:46.366" v="5547" actId="1076"/>
        <pc:sldMkLst>
          <pc:docMk/>
          <pc:sldMk cId="2920839983" sldId="2747"/>
        </pc:sldMkLst>
        <pc:spChg chg="mod">
          <ac:chgData name="Xin Luo" userId="82312ee5779919a4" providerId="LiveId" clId="{82BFAA31-791A-9843-976C-3AAFAA5AC07D}" dt="2023-03-04T15:26:37.013" v="5544" actId="1076"/>
          <ac:spMkLst>
            <pc:docMk/>
            <pc:sldMk cId="2920839983" sldId="2747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26:46.366" v="5547" actId="1076"/>
          <ac:picMkLst>
            <pc:docMk/>
            <pc:sldMk cId="2920839983" sldId="2747"/>
            <ac:picMk id="5" creationId="{4B5D1AA6-D397-9A79-221A-E20C2E9E5B76}"/>
          </ac:picMkLst>
        </pc:picChg>
      </pc:sldChg>
      <pc:sldChg chg="addSp delSp modSp add mod">
        <pc:chgData name="Xin Luo" userId="82312ee5779919a4" providerId="LiveId" clId="{82BFAA31-791A-9843-976C-3AAFAA5AC07D}" dt="2023-03-04T15:46:20.499" v="5952" actId="1582"/>
        <pc:sldMkLst>
          <pc:docMk/>
          <pc:sldMk cId="2081473989" sldId="2748"/>
        </pc:sldMkLst>
        <pc:spChg chg="add del">
          <ac:chgData name="Xin Luo" userId="82312ee5779919a4" providerId="LiveId" clId="{82BFAA31-791A-9843-976C-3AAFAA5AC07D}" dt="2023-03-04T15:37:10.804" v="5659" actId="22"/>
          <ac:spMkLst>
            <pc:docMk/>
            <pc:sldMk cId="2081473989" sldId="2748"/>
            <ac:spMk id="6" creationId="{82D7925B-E2FA-6C82-149E-D49FD97901D4}"/>
          </ac:spMkLst>
        </pc:spChg>
        <pc:spChg chg="add mod">
          <ac:chgData name="Xin Luo" userId="82312ee5779919a4" providerId="LiveId" clId="{82BFAA31-791A-9843-976C-3AAFAA5AC07D}" dt="2023-03-04T15:45:35.826" v="5941" actId="1076"/>
          <ac:spMkLst>
            <pc:docMk/>
            <pc:sldMk cId="2081473989" sldId="2748"/>
            <ac:spMk id="15" creationId="{DAE75BEB-15B0-6AD3-FEA5-24688F0C9399}"/>
          </ac:spMkLst>
        </pc:spChg>
        <pc:spChg chg="add mod">
          <ac:chgData name="Xin Luo" userId="82312ee5779919a4" providerId="LiveId" clId="{82BFAA31-791A-9843-976C-3AAFAA5AC07D}" dt="2023-03-04T15:46:20.499" v="5952" actId="1582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82BFAA31-791A-9843-976C-3AAFAA5AC07D}" dt="2023-03-04T15:28:15.646" v="5654" actId="20577"/>
          <ac:spMkLst>
            <pc:docMk/>
            <pc:sldMk cId="2081473989" sldId="2748"/>
            <ac:spMk id="17" creationId="{9E05FFCA-3371-AF5C-381D-71D984055F5A}"/>
          </ac:spMkLst>
        </pc:spChg>
        <pc:picChg chg="del mod">
          <ac:chgData name="Xin Luo" userId="82312ee5779919a4" providerId="LiveId" clId="{82BFAA31-791A-9843-976C-3AAFAA5AC07D}" dt="2023-03-04T15:37:06.482" v="5657" actId="478"/>
          <ac:picMkLst>
            <pc:docMk/>
            <pc:sldMk cId="2081473989" sldId="2748"/>
            <ac:picMk id="5" creationId="{4B5D1AA6-D397-9A79-221A-E20C2E9E5B76}"/>
          </ac:picMkLst>
        </pc:picChg>
        <pc:picChg chg="add mod">
          <ac:chgData name="Xin Luo" userId="82312ee5779919a4" providerId="LiveId" clId="{82BFAA31-791A-9843-976C-3AAFAA5AC07D}" dt="2023-03-04T15:45:05.183" v="5929" actId="1036"/>
          <ac:picMkLst>
            <pc:docMk/>
            <pc:sldMk cId="2081473989" sldId="2748"/>
            <ac:picMk id="8" creationId="{79143EB1-6171-6D6B-E065-52F98AD03CCA}"/>
          </ac:picMkLst>
        </pc:picChg>
        <pc:picChg chg="add del mod">
          <ac:chgData name="Xin Luo" userId="82312ee5779919a4" providerId="LiveId" clId="{82BFAA31-791A-9843-976C-3AAFAA5AC07D}" dt="2023-03-04T15:45:07.251" v="5930" actId="478"/>
          <ac:picMkLst>
            <pc:docMk/>
            <pc:sldMk cId="2081473989" sldId="2748"/>
            <ac:picMk id="10" creationId="{30790A72-1A1F-A99B-2602-70052914B570}"/>
          </ac:picMkLst>
        </pc:picChg>
        <pc:picChg chg="add mod">
          <ac:chgData name="Xin Luo" userId="82312ee5779919a4" providerId="LiveId" clId="{82BFAA31-791A-9843-976C-3AAFAA5AC07D}" dt="2023-03-04T15:45:33.555" v="5940" actId="1076"/>
          <ac:picMkLst>
            <pc:docMk/>
            <pc:sldMk cId="2081473989" sldId="2748"/>
            <ac:picMk id="12" creationId="{CD5784D5-D55B-B02C-C48B-B4566A95D7A5}"/>
          </ac:picMkLst>
        </pc:picChg>
        <pc:picChg chg="add del mod">
          <ac:chgData name="Xin Luo" userId="82312ee5779919a4" providerId="LiveId" clId="{82BFAA31-791A-9843-976C-3AAFAA5AC07D}" dt="2023-03-04T15:45:23.214" v="5937"/>
          <ac:picMkLst>
            <pc:docMk/>
            <pc:sldMk cId="2081473989" sldId="2748"/>
            <ac:picMk id="14" creationId="{5DFB8C07-8D07-8D50-004D-9E3F08E7DE84}"/>
          </ac:picMkLst>
        </pc:picChg>
      </pc:sldChg>
      <pc:sldChg chg="addSp delSp modSp add mod">
        <pc:chgData name="Xin Luo" userId="82312ee5779919a4" providerId="LiveId" clId="{82BFAA31-791A-9843-976C-3AAFAA5AC07D}" dt="2023-03-04T15:48:59.888" v="6079" actId="1076"/>
        <pc:sldMkLst>
          <pc:docMk/>
          <pc:sldMk cId="1994915307" sldId="2749"/>
        </pc:sldMkLst>
        <pc:spChg chg="mod">
          <ac:chgData name="Xin Luo" userId="82312ee5779919a4" providerId="LiveId" clId="{82BFAA31-791A-9843-976C-3AAFAA5AC07D}" dt="2023-03-04T15:48:51.612" v="6078" actId="20577"/>
          <ac:spMkLst>
            <pc:docMk/>
            <pc:sldMk cId="1994915307" sldId="2749"/>
            <ac:spMk id="17" creationId="{9E05FFCA-3371-AF5C-381D-71D984055F5A}"/>
          </ac:spMkLst>
        </pc:spChg>
        <pc:picChg chg="add del mod">
          <ac:chgData name="Xin Luo" userId="82312ee5779919a4" providerId="LiveId" clId="{82BFAA31-791A-9843-976C-3AAFAA5AC07D}" dt="2023-03-04T15:38:11.661" v="5720" actId="478"/>
          <ac:picMkLst>
            <pc:docMk/>
            <pc:sldMk cId="1994915307" sldId="2749"/>
            <ac:picMk id="5" creationId="{EA1C2F80-6A2A-D60C-9FB3-F25B1C6511A4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9" creationId="{6773422F-41A1-CECC-4339-862D5F305E78}"/>
          </ac:picMkLst>
        </pc:picChg>
      </pc:sldChg>
      <pc:sldChg chg="addSp delSp modSp add mod">
        <pc:chgData name="Xin Luo" userId="82312ee5779919a4" providerId="LiveId" clId="{82BFAA31-791A-9843-976C-3AAFAA5AC07D}" dt="2023-03-04T15:43:09.927" v="5903" actId="1035"/>
        <pc:sldMkLst>
          <pc:docMk/>
          <pc:sldMk cId="202264030" sldId="2750"/>
        </pc:sldMkLst>
        <pc:spChg chg="add mod">
          <ac:chgData name="Xin Luo" userId="82312ee5779919a4" providerId="LiveId" clId="{82BFAA31-791A-9843-976C-3AAFAA5AC07D}" dt="2023-03-04T15:43:09.927" v="5903" actId="1035"/>
          <ac:spMkLst>
            <pc:docMk/>
            <pc:sldMk cId="202264030" sldId="2750"/>
            <ac:spMk id="9" creationId="{D732F9A9-4A61-8CFE-4FB6-79B6EB588A79}"/>
          </ac:spMkLst>
        </pc:spChg>
        <pc:spChg chg="mod">
          <ac:chgData name="Xin Luo" userId="82312ee5779919a4" providerId="LiveId" clId="{82BFAA31-791A-9843-976C-3AAFAA5AC07D}" dt="2023-03-04T15:40:49.611" v="5818" actId="14100"/>
          <ac:spMkLst>
            <pc:docMk/>
            <pc:sldMk cId="202264030" sldId="2750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5" creationId="{9BBBBD8B-688B-710D-3D8D-BFDFD56DB232}"/>
          </ac:picMkLst>
        </pc:picChg>
        <pc:picChg chg="del">
          <ac:chgData name="Xin Luo" userId="82312ee5779919a4" providerId="LiveId" clId="{82BFAA31-791A-9843-976C-3AAFAA5AC07D}" dt="2023-03-04T15:38:51.044" v="5743" actId="478"/>
          <ac:picMkLst>
            <pc:docMk/>
            <pc:sldMk cId="202264030" sldId="2750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8" creationId="{B765428C-F39A-9703-24D3-B125CFA04483}"/>
          </ac:picMkLst>
        </pc:picChg>
      </pc:sldChg>
      <pc:sldChg chg="add del">
        <pc:chgData name="Xin Luo" userId="82312ee5779919a4" providerId="LiveId" clId="{82BFAA31-791A-9843-976C-3AAFAA5AC07D}" dt="2023-03-04T15:46:42.673" v="5956" actId="2696"/>
        <pc:sldMkLst>
          <pc:docMk/>
          <pc:sldMk cId="1628918360" sldId="2751"/>
        </pc:sldMkLst>
      </pc:sldChg>
    </pc:docChg>
  </pc:docChgLst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99ACC-BEC6-C245-EF51-377FBC872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B6CA6E-EE6D-F610-B48B-1B6374B27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39F2FA-92E2-0037-C281-2EFF7039B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8879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52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555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583E9-4E36-F0F8-7606-102BD5629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28548B-4993-09C6-9FFF-13476A6F6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273C88-EA5A-22A1-1F97-46343DFB4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endParaRPr lang="zh-CN" altLang="en-US" sz="1200" b="0" i="0" dirty="0">
              <a:solidFill>
                <a:schemeClr val="bg2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27272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0AF62-7DBD-55B7-4748-A9EA2D9A1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2F7502-661C-757F-BF62-301101D6F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F0CA97-6C4F-2FEB-455B-42F70FFA5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代码演示，</a:t>
            </a:r>
            <a:r>
              <a:rPr lang="en-US" altLang="zh-CN" dirty="0"/>
              <a:t>type()</a:t>
            </a:r>
            <a:r>
              <a:rPr lang="zh-CN" altLang="en-US" dirty="0"/>
              <a:t>获取类型</a:t>
            </a:r>
          </a:p>
        </p:txBody>
      </p:sp>
    </p:spTree>
    <p:extLst>
      <p:ext uri="{BB962C8B-B14F-4D97-AF65-F5344CB8AC3E}">
        <p14:creationId xmlns:p14="http://schemas.microsoft.com/office/powerpoint/2010/main" val="3338219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55CFF-268F-BEF0-3CDC-6D05BCE3C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8E18DD-47CD-6A26-B7EE-1DFD96025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C4BEBF-8DD7-C96B-A317-2DBBDE67C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代码演示，</a:t>
            </a:r>
            <a:r>
              <a:rPr lang="en-US" altLang="zh-CN" dirty="0"/>
              <a:t>type()</a:t>
            </a:r>
            <a:r>
              <a:rPr lang="zh-CN" altLang="en-US" dirty="0"/>
              <a:t>获取类型</a:t>
            </a:r>
          </a:p>
        </p:txBody>
      </p:sp>
    </p:spTree>
    <p:extLst>
      <p:ext uri="{BB962C8B-B14F-4D97-AF65-F5344CB8AC3E}">
        <p14:creationId xmlns:p14="http://schemas.microsoft.com/office/powerpoint/2010/main" val="2222431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DE2C2-844B-3732-AF69-AACB8AE0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9E8F11-1D16-87AA-1E78-AE2D969B6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5689BF-2E4D-D6B9-FCE8-E64FE9605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/>
              <a:t>python</a:t>
            </a:r>
            <a:r>
              <a:rPr lang="zh-CN" altLang="en-US" dirty="0"/>
              <a:t>创建变量不需要声明类型。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zh-CN" altLang="en-US" dirty="0"/>
          </a:p>
          <a:p>
            <a:pPr algn="l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0872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4FB29-EE7C-BDC2-40B1-08E24B8B1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AB243B-0CB8-7F10-5D71-CDCCF5B4E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03F916-E021-8266-58DC-3ECBA5A3F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67529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63629-D0A9-3055-0B21-A59F6A6CD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6D6B74-F5B3-279F-B1D9-45A355F2C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BC7CC0-E8BF-1FD9-9A7B-2E285A17A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D4D0AB"/>
                </a:solidFill>
                <a:effectLst/>
                <a:latin typeface="Consolas" panose="020B0609020204030204" pitchFamily="49" charset="0"/>
              </a:rPr>
              <a:t>数字开头错误；含连字符错误；使用关键字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24018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3566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570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EB36-E65D-72D8-E515-13D9095AC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C7FD3F-5A8A-1021-4086-B7BE2AF27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0DEE36-DB7D-C80E-81F9-E4CDA7017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56719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43328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BD2CC-8B0B-34CA-08F1-1C15AD8F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A361F3-D0FD-45CE-B7B5-94C386302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E72C3D-9C52-863C-9070-57668E11F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6311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547756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break</a:t>
            </a:r>
            <a:r>
              <a:rPr lang="zh-CN" altLang="en-US" dirty="0"/>
              <a:t>跳出整个循环；</a:t>
            </a:r>
            <a:r>
              <a:rPr lang="en-US" altLang="zh-CN" dirty="0"/>
              <a:t>continue</a:t>
            </a:r>
            <a:r>
              <a:rPr lang="zh-CN" altLang="en-US" dirty="0"/>
              <a:t>跳出循环中部分循环。</a:t>
            </a:r>
          </a:p>
        </p:txBody>
      </p:sp>
    </p:spTree>
    <p:extLst>
      <p:ext uri="{BB962C8B-B14F-4D97-AF65-F5344CB8AC3E}">
        <p14:creationId xmlns:p14="http://schemas.microsoft.com/office/powerpoint/2010/main" val="8548701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函数提高程序可读性，文章段落类比。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52340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777E4-9677-9C6A-DEA2-C842B6F9F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EAB7CD-F4B8-7010-7355-03B68BA35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59F745-73B4-D85D-35B6-C56F6C215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函数也可以没有返回值与参数。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函数提高程序可读性，文章段落类比。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16697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7BC85-094F-83CB-3179-CAA1B02B8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A7B485-B1CD-D406-4DF2-C6A6B77E4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3BB245-17A4-FF81-2343-E70A174B9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25956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9E18C-5440-8F88-91D0-EE686E9EF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2EF0D3-2517-48CE-1289-210D30737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1A99FA-8CF9-C866-E01B-0C8542F7A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07343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97688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package0</a:t>
            </a:r>
            <a:r>
              <a:rPr lang="zh-CN" altLang="en-US" dirty="0"/>
              <a:t>中加</a:t>
            </a:r>
            <a:r>
              <a:rPr lang="en-US" altLang="zh-CN" dirty="0"/>
              <a:t>__</a:t>
            </a:r>
            <a:r>
              <a:rPr lang="en-US" altLang="zh-CN" dirty="0" err="1"/>
              <a:t>init</a:t>
            </a:r>
            <a:r>
              <a:rPr lang="en-US" altLang="zh-CN" dirty="0"/>
              <a:t>__.</a:t>
            </a:r>
            <a:r>
              <a:rPr lang="en-US" altLang="zh-CN" dirty="0" err="1"/>
              <a:t>py</a:t>
            </a:r>
            <a:r>
              <a:rPr lang="zh-CN" altLang="en-US" dirty="0"/>
              <a:t>不讲，感兴趣自行学习。</a:t>
            </a:r>
          </a:p>
        </p:txBody>
      </p:sp>
    </p:spTree>
    <p:extLst>
      <p:ext uri="{BB962C8B-B14F-4D97-AF65-F5344CB8AC3E}">
        <p14:creationId xmlns:p14="http://schemas.microsoft.com/office/powerpoint/2010/main" val="34838271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64B01-E098-DB32-574A-4A5B592F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E7EDAB-980F-67B4-62EB-C6586D906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F1717B-7FBF-E3FF-2E60-2BDD2D9FA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25397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313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882650" y="1685332"/>
            <a:ext cx="10617200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第</a:t>
            </a:r>
            <a:r>
              <a:rPr lang="en-US" altLang="zh-CN" sz="5400" b="1" dirty="0">
                <a:solidFill>
                  <a:srgbClr val="FF0000"/>
                </a:solidFill>
                <a:latin typeface="微软雅黑"/>
                <a:ea typeface="微软雅黑"/>
              </a:rPr>
              <a:t>2</a:t>
            </a: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节：</a:t>
            </a:r>
            <a:r>
              <a:rPr lang="en-US" altLang="zh-CN" sz="5400" b="1" dirty="0">
                <a:solidFill>
                  <a:srgbClr val="FF0000"/>
                </a:solidFill>
                <a:latin typeface="微软雅黑"/>
                <a:ea typeface="微软雅黑"/>
              </a:rPr>
              <a:t>P</a:t>
            </a:r>
            <a:r>
              <a:rPr lang="en-CN" altLang="zh-CN" sz="5400" b="1" dirty="0">
                <a:solidFill>
                  <a:srgbClr val="FF0000"/>
                </a:solidFill>
                <a:latin typeface="微软雅黑"/>
                <a:ea typeface="微软雅黑"/>
              </a:rPr>
              <a:t>ython</a:t>
            </a:r>
            <a:r>
              <a:rPr lang="zh-CN" altLang="en-CN" sz="5400" b="1" dirty="0">
                <a:solidFill>
                  <a:srgbClr val="FF0000"/>
                </a:solidFill>
                <a:latin typeface="微软雅黑"/>
                <a:ea typeface="微软雅黑"/>
              </a:rPr>
              <a:t>程序</a:t>
            </a: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设计</a:t>
            </a:r>
            <a:r>
              <a:rPr lang="zh-CN" altLang="en-CN" sz="5400" b="1" dirty="0">
                <a:solidFill>
                  <a:srgbClr val="FF0000"/>
                </a:solidFill>
                <a:latin typeface="微软雅黑"/>
                <a:ea typeface="微软雅黑"/>
              </a:rPr>
              <a:t>基础</a:t>
            </a:r>
            <a:endParaRPr lang="zh-CN" altLang="zh-CN" sz="54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2800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18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19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180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180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94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2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6477594" y="261082"/>
            <a:ext cx="4248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 空间数据处理 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二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E6099-4967-7521-990F-89C0A34DE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C0B627F-D553-FEF3-1DEC-4ABC177D1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学习</a:t>
            </a:r>
            <a:r>
              <a:rPr lang="en-US" altLang="zh-CN" dirty="0">
                <a:latin typeface="+mn-ea"/>
              </a:rPr>
              <a:t>-</a:t>
            </a:r>
            <a:r>
              <a:rPr lang="zh-CN" altLang="en-US" dirty="0">
                <a:latin typeface="+mn-ea"/>
              </a:rPr>
              <a:t>热身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87A638-881F-E619-3936-7DD1C47F878E}"/>
              </a:ext>
            </a:extLst>
          </p:cNvPr>
          <p:cNvSpPr txBox="1"/>
          <p:nvPr/>
        </p:nvSpPr>
        <p:spPr>
          <a:xfrm>
            <a:off x="533400" y="846748"/>
            <a:ext cx="7442915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环境配置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F5B489-94DE-93EC-80CD-D4BE3F4A5AB5}"/>
              </a:ext>
            </a:extLst>
          </p:cNvPr>
          <p:cNvSpPr txBox="1"/>
          <p:nvPr/>
        </p:nvSpPr>
        <p:spPr>
          <a:xfrm>
            <a:off x="533400" y="1887478"/>
            <a:ext cx="11080750" cy="130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kern="100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1. </a:t>
            </a:r>
            <a:r>
              <a:rPr lang="zh-CN" altLang="zh-CN" sz="2800" b="1" kern="100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环境</a:t>
            </a:r>
            <a:r>
              <a:rPr lang="zh-CN" altLang="en-US" sz="2800" b="1" kern="100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配置</a:t>
            </a:r>
            <a:r>
              <a:rPr lang="zh-CN" altLang="zh-CN" sz="2800" kern="100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800" kern="100" dirty="0" err="1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myenv</a:t>
            </a:r>
            <a:r>
              <a:rPr lang="zh-CN" altLang="zh-CN" sz="2800" kern="100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，并安装</a:t>
            </a:r>
            <a:r>
              <a:rPr lang="en-US" altLang="zh-CN" sz="2800" kern="100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pandas, </a:t>
            </a:r>
            <a:r>
              <a:rPr lang="en-US" altLang="zh-CN" sz="2800" kern="100" dirty="0" err="1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geopandas</a:t>
            </a:r>
            <a:r>
              <a:rPr lang="en-US" altLang="zh-CN" sz="2800" kern="100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zh-CN" altLang="zh-CN" sz="2800" kern="100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以及</a:t>
            </a:r>
            <a:r>
              <a:rPr lang="en-US" altLang="zh-CN" sz="2800" kern="100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matplotlib</a:t>
            </a:r>
            <a:r>
              <a:rPr lang="zh-CN" altLang="zh-CN" sz="2800" kern="100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开源库。</a:t>
            </a:r>
            <a:endParaRPr lang="zh-CN" altLang="zh-CN" sz="1800" kern="100" dirty="0">
              <a:solidFill>
                <a:schemeClr val="bg2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39618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4B9B8D5-4BCC-CDFF-1E13-B005060A8BDF}"/>
              </a:ext>
            </a:extLst>
          </p:cNvPr>
          <p:cNvGrpSpPr/>
          <p:nvPr/>
        </p:nvGrpSpPr>
        <p:grpSpPr>
          <a:xfrm>
            <a:off x="1902424" y="3320969"/>
            <a:ext cx="3548787" cy="772176"/>
            <a:chOff x="2121802" y="2115450"/>
            <a:chExt cx="2786554" cy="576000"/>
          </a:xfrm>
        </p:grpSpPr>
        <p:sp>
          <p:nvSpPr>
            <p:cNvPr id="10" name="椭圆 9"/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2731992" y="2145146"/>
              <a:ext cx="2176364" cy="48212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循环与判断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1902423" y="2064843"/>
            <a:ext cx="6588432" cy="717997"/>
            <a:chOff x="2121801" y="3511390"/>
            <a:chExt cx="5883860" cy="576000"/>
          </a:xfrm>
        </p:grpSpPr>
        <p:sp>
          <p:nvSpPr>
            <p:cNvPr id="13" name="椭圆 12"/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823267" y="3556158"/>
              <a:ext cx="5182394" cy="51850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变量、运算与数据类型</a:t>
              </a:r>
              <a:endParaRPr lang="en-US" altLang="zh-CN" sz="36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696373" y="260648"/>
            <a:ext cx="1608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EAB77C7-AD64-8A0A-66A5-CD95CD99830A}"/>
              </a:ext>
            </a:extLst>
          </p:cNvPr>
          <p:cNvGrpSpPr/>
          <p:nvPr/>
        </p:nvGrpSpPr>
        <p:grpSpPr>
          <a:xfrm>
            <a:off x="1931178" y="4599562"/>
            <a:ext cx="4790993" cy="772176"/>
            <a:chOff x="2121802" y="2115450"/>
            <a:chExt cx="3761950" cy="576000"/>
          </a:xfrm>
        </p:grpSpPr>
        <p:sp>
          <p:nvSpPr>
            <p:cNvPr id="4" name="椭圆 9">
              <a:extLst>
                <a:ext uri="{FF2B5EF4-FFF2-40B4-BE49-F238E27FC236}">
                  <a16:creationId xmlns:a16="http://schemas.microsoft.com/office/drawing/2014/main" id="{9782ADAA-4B0D-90F6-547A-0006C2DA4018}"/>
                </a:ext>
              </a:extLst>
            </p:cNvPr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三</a:t>
              </a:r>
            </a:p>
          </p:txBody>
        </p:sp>
        <p:sp>
          <p:nvSpPr>
            <p:cNvPr id="5" name="矩形 11">
              <a:extLst>
                <a:ext uri="{FF2B5EF4-FFF2-40B4-BE49-F238E27FC236}">
                  <a16:creationId xmlns:a16="http://schemas.microsoft.com/office/drawing/2014/main" id="{3B5D1882-2FFD-4F87-A654-72E165472B24}"/>
                </a:ext>
              </a:extLst>
            </p:cNvPr>
            <p:cNvSpPr/>
            <p:nvPr/>
          </p:nvSpPr>
          <p:spPr>
            <a:xfrm>
              <a:off x="2731993" y="2150557"/>
              <a:ext cx="3151759" cy="48212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函数与模块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612036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2" y="3868892"/>
            <a:ext cx="116707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>
                <a:latin typeface="微软雅黑" pitchFamily="34" charset="-122"/>
                <a:ea typeface="微软雅黑" pitchFamily="34" charset="-122"/>
              </a:rPr>
              <a:t>一、变量、运算与数据类型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112259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DCE10-6069-D684-EEBD-B4AE298C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8E23A91-440B-A32F-DA65-1E30F04F7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数据类型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881D9B-9E37-EE50-728E-695E4983BE8F}"/>
              </a:ext>
            </a:extLst>
          </p:cNvPr>
          <p:cNvSpPr txBox="1"/>
          <p:nvPr/>
        </p:nvSpPr>
        <p:spPr>
          <a:xfrm>
            <a:off x="384630" y="846748"/>
            <a:ext cx="7591685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1.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数据类型概念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4E6260-E6B0-E9A5-EE36-5C6B04AE8C23}"/>
              </a:ext>
            </a:extLst>
          </p:cNvPr>
          <p:cNvSpPr txBox="1"/>
          <p:nvPr/>
        </p:nvSpPr>
        <p:spPr>
          <a:xfrm>
            <a:off x="384630" y="1707210"/>
            <a:ext cx="10673895" cy="489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600" b="1" dirty="0">
                <a:solidFill>
                  <a:schemeClr val="bg2"/>
                </a:solidFill>
                <a:latin typeface="+mj-ea"/>
                <a:ea typeface="+mj-ea"/>
              </a:rPr>
              <a:t>数据类型概念：</a:t>
            </a:r>
            <a:endParaRPr lang="en-US" altLang="zh-CN" sz="3600" dirty="0">
              <a:solidFill>
                <a:schemeClr val="bg2"/>
              </a:solidFill>
              <a:latin typeface="+mj-ea"/>
              <a:ea typeface="+mj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200" dirty="0">
                <a:solidFill>
                  <a:schemeClr val="bg2"/>
                </a:solidFill>
                <a:latin typeface="+mj-ea"/>
                <a:ea typeface="+mj-ea"/>
              </a:rPr>
              <a:t>数据在计算机中的</a:t>
            </a:r>
            <a:r>
              <a:rPr lang="zh-CN" altLang="en-US" sz="3200" b="1" dirty="0">
                <a:solidFill>
                  <a:schemeClr val="accent2"/>
                </a:solidFill>
                <a:latin typeface="+mj-ea"/>
                <a:ea typeface="+mj-ea"/>
              </a:rPr>
              <a:t>存储方式与操作规则</a:t>
            </a:r>
            <a:endParaRPr lang="en-US" altLang="zh-CN" sz="3200" b="1" dirty="0">
              <a:solidFill>
                <a:schemeClr val="accent2"/>
              </a:solidFill>
              <a:latin typeface="+mj-ea"/>
              <a:ea typeface="+mj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600" b="1" dirty="0">
                <a:solidFill>
                  <a:schemeClr val="bg2"/>
                </a:solidFill>
                <a:latin typeface="+mj-ea"/>
                <a:ea typeface="+mj-ea"/>
              </a:rPr>
              <a:t>数据类型作用：</a:t>
            </a:r>
            <a:endParaRPr lang="en-US" altLang="zh-CN" sz="3600" dirty="0">
              <a:solidFill>
                <a:schemeClr val="bg2"/>
              </a:solidFill>
              <a:latin typeface="+mj-ea"/>
              <a:ea typeface="+mj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3200" dirty="0">
                <a:solidFill>
                  <a:schemeClr val="bg2"/>
                </a:solidFill>
                <a:latin typeface="+mj-ea"/>
                <a:ea typeface="+mj-ea"/>
              </a:rPr>
              <a:t>1. </a:t>
            </a:r>
            <a:r>
              <a:rPr lang="zh-CN" altLang="en-US" sz="3200" dirty="0">
                <a:solidFill>
                  <a:schemeClr val="bg2"/>
                </a:solidFill>
                <a:latin typeface="+mj-ea"/>
                <a:ea typeface="+mj-ea"/>
              </a:rPr>
              <a:t>内存高效管理</a:t>
            </a:r>
            <a:endParaRPr lang="en-US" altLang="zh-CN" sz="3200" dirty="0">
              <a:solidFill>
                <a:schemeClr val="bg2"/>
              </a:solidFill>
              <a:latin typeface="+mj-ea"/>
              <a:ea typeface="+mj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3200" dirty="0">
                <a:solidFill>
                  <a:schemeClr val="bg2"/>
                </a:solidFill>
                <a:latin typeface="+mj-ea"/>
                <a:ea typeface="+mj-ea"/>
              </a:rPr>
              <a:t>2. </a:t>
            </a:r>
            <a:r>
              <a:rPr lang="zh-CN" altLang="en-US" sz="3200" dirty="0">
                <a:solidFill>
                  <a:schemeClr val="bg2"/>
                </a:solidFill>
                <a:latin typeface="+mj-ea"/>
                <a:ea typeface="+mj-ea"/>
              </a:rPr>
              <a:t>规定操作规范（如数字可加减，字符串可拼接）</a:t>
            </a:r>
            <a:endParaRPr lang="en-US" altLang="zh-CN" sz="3200" dirty="0">
              <a:solidFill>
                <a:schemeClr val="bg2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8388806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F25C8-C118-5256-1547-930525F8F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94D717D-1318-65B5-FECC-03699A23D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数据类型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1033C-442C-5498-6FB7-8CF9E065EB39}"/>
              </a:ext>
            </a:extLst>
          </p:cNvPr>
          <p:cNvSpPr txBox="1"/>
          <p:nvPr/>
        </p:nvSpPr>
        <p:spPr>
          <a:xfrm>
            <a:off x="123371" y="854005"/>
            <a:ext cx="7852944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2. Python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基本数据类型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DECBE6-B2E7-133A-E668-C8433A3C0FEC}"/>
              </a:ext>
            </a:extLst>
          </p:cNvPr>
          <p:cNvSpPr txBox="1"/>
          <p:nvPr/>
        </p:nvSpPr>
        <p:spPr>
          <a:xfrm>
            <a:off x="300081" y="2300975"/>
            <a:ext cx="6262497" cy="4422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Bool (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布尔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)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：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True/False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Number (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数字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)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 ；</a:t>
            </a:r>
            <a:endParaRPr lang="en-US" altLang="zh-CN" sz="2600" dirty="0">
              <a:solidFill>
                <a:srgbClr val="151515"/>
              </a:solidFill>
              <a:latin typeface="+mn-ea"/>
              <a:ea typeface="+mn-ea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String (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字符串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):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 用“”标识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4. List (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列表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)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：用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[]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标识，有序元素集合。</a:t>
            </a:r>
            <a:endParaRPr lang="en-US" altLang="zh-CN" sz="2600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5. Tuple (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元组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)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：用 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()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 标识，类似于列表，但元素不能更改。</a:t>
            </a:r>
            <a:endParaRPr lang="en-US" altLang="zh-CN" sz="2600" dirty="0">
              <a:solidFill>
                <a:srgbClr val="151515"/>
              </a:solidFill>
              <a:latin typeface="+mn-ea"/>
              <a:ea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D08B56-A55D-A7F0-9DBF-689316436A80}"/>
              </a:ext>
            </a:extLst>
          </p:cNvPr>
          <p:cNvSpPr txBox="1"/>
          <p:nvPr/>
        </p:nvSpPr>
        <p:spPr>
          <a:xfrm>
            <a:off x="6787662" y="2202516"/>
            <a:ext cx="5288223" cy="337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6. Dictionary (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字典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)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：用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{}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标识，无序元素集合，元素以</a:t>
            </a:r>
            <a:r>
              <a:rPr lang="zh-CN" altLang="en-US" sz="2600" u="sng" dirty="0">
                <a:solidFill>
                  <a:srgbClr val="151515"/>
                </a:solidFill>
                <a:latin typeface="+mn-ea"/>
                <a:ea typeface="+mn-ea"/>
              </a:rPr>
              <a:t>键值对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存在。</a:t>
            </a:r>
            <a:endParaRPr lang="en-US" altLang="zh-CN" sz="2600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just">
              <a:lnSpc>
                <a:spcPct val="200000"/>
              </a:lnSpc>
            </a:pP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7. Set (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集合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)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：用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{}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标识，元素可变、无序、且</a:t>
            </a:r>
            <a:r>
              <a:rPr lang="zh-CN" altLang="en-US" sz="2600" u="sng" dirty="0">
                <a:solidFill>
                  <a:srgbClr val="151515"/>
                </a:solidFill>
                <a:latin typeface="+mn-ea"/>
                <a:ea typeface="+mn-ea"/>
              </a:rPr>
              <a:t>不能重复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的元素集合。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69C94E-55AE-7511-CDA2-B338A9363D48}"/>
              </a:ext>
            </a:extLst>
          </p:cNvPr>
          <p:cNvSpPr txBox="1"/>
          <p:nvPr/>
        </p:nvSpPr>
        <p:spPr>
          <a:xfrm>
            <a:off x="2946400" y="1601633"/>
            <a:ext cx="6698343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主要包含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7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种数据类型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7226757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69735-7D50-37AF-C936-ED67B82EA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6179CAB-7093-1D23-D0CF-75F3AFCD9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数据类型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72A365-FFF3-985D-1694-D84BB92679F9}"/>
              </a:ext>
            </a:extLst>
          </p:cNvPr>
          <p:cNvSpPr txBox="1"/>
          <p:nvPr/>
        </p:nvSpPr>
        <p:spPr>
          <a:xfrm>
            <a:off x="123371" y="776214"/>
            <a:ext cx="7852944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2. Python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基本数据类型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8A90FA-E4C2-3154-0167-DBE40E4E9825}"/>
              </a:ext>
            </a:extLst>
          </p:cNvPr>
          <p:cNvSpPr txBox="1"/>
          <p:nvPr/>
        </p:nvSpPr>
        <p:spPr>
          <a:xfrm>
            <a:off x="2974535" y="1386894"/>
            <a:ext cx="6698343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主要包含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7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种数据类型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1A4D7BD-3BA7-AC6E-9ED9-44A7A5709A23}"/>
              </a:ext>
            </a:extLst>
          </p:cNvPr>
          <p:cNvSpPr txBox="1"/>
          <p:nvPr/>
        </p:nvSpPr>
        <p:spPr>
          <a:xfrm>
            <a:off x="214085" y="2026105"/>
            <a:ext cx="1120947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30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布尔型：</a:t>
            </a:r>
            <a:r>
              <a:rPr lang="en-US" altLang="zh-CN" sz="30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var_bool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lang="en-US" altLang="zh-CN" sz="3000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True  </a:t>
            </a:r>
            <a:endParaRPr lang="en-US" altLang="zh-CN" sz="3000" b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zh-CN" altLang="en-US" sz="30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字符串：</a:t>
            </a:r>
            <a:r>
              <a:rPr lang="en-US" altLang="zh-CN" sz="30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var_str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lang="en-US" altLang="zh-CN" sz="3000" b="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"Hello, World!"</a:t>
            </a:r>
            <a:endParaRPr lang="en-US" altLang="zh-CN" sz="3000" b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zh-CN" altLang="en-US" sz="30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数值型：</a:t>
            </a:r>
            <a:r>
              <a:rPr lang="en-US" altLang="zh-CN" sz="30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var_num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42</a:t>
            </a:r>
            <a:endParaRPr lang="en-US" altLang="zh-CN" sz="3000" b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zh-CN" altLang="en-US" sz="30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列表：</a:t>
            </a:r>
            <a:r>
              <a:rPr lang="en-US" altLang="zh-CN" sz="30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var_list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[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</a:p>
          <a:p>
            <a:pPr algn="l">
              <a:buNone/>
            </a:pPr>
            <a:r>
              <a:rPr lang="zh-CN" altLang="en-US" sz="30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元组：</a:t>
            </a:r>
            <a:r>
              <a:rPr lang="en-US" altLang="zh-CN" sz="30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var_tuple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(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30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  <a:p>
            <a:pPr algn="l">
              <a:buNone/>
            </a:pPr>
            <a:r>
              <a:rPr lang="zh-CN" altLang="en-US" sz="30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字典：</a:t>
            </a:r>
            <a:r>
              <a:rPr lang="en-US" altLang="zh-CN" sz="30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var_dict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{</a:t>
            </a:r>
            <a:r>
              <a:rPr lang="en-US" altLang="zh-CN" sz="3000" b="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"key1"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  <a:r>
              <a:rPr lang="en-US" altLang="zh-CN" sz="3000" b="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"value1"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3000" b="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"key2"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  <a:r>
              <a:rPr lang="en-US" altLang="zh-CN" sz="3000" b="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"value2"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  <a:p>
            <a:pPr algn="l">
              <a:buNone/>
            </a:pPr>
            <a:r>
              <a:rPr lang="zh-CN" altLang="en-US" sz="30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集合：</a:t>
            </a:r>
            <a:r>
              <a:rPr lang="en-US" altLang="zh-CN" sz="30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var_set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{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200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300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5075578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0D4BC-A0A2-3939-2C6F-FC340D329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D9BC452-13E2-26AE-1D4E-3F9E7D53B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变量命名与赋值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C63F67-9AAB-CE6E-C7E5-38F577238B01}"/>
              </a:ext>
            </a:extLst>
          </p:cNvPr>
          <p:cNvSpPr txBox="1"/>
          <p:nvPr/>
        </p:nvSpPr>
        <p:spPr>
          <a:xfrm>
            <a:off x="95250" y="872803"/>
            <a:ext cx="8820150" cy="5494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000" b="1" dirty="0">
                <a:solidFill>
                  <a:srgbClr val="333333"/>
                </a:solidFill>
                <a:latin typeface="+mn-ea"/>
                <a:ea typeface="+mn-ea"/>
              </a:rPr>
              <a:t>1. </a:t>
            </a:r>
            <a:r>
              <a:rPr lang="zh-CN" altLang="en-US" sz="4000" b="1" dirty="0">
                <a:solidFill>
                  <a:srgbClr val="333333"/>
                </a:solidFill>
                <a:latin typeface="+mn-ea"/>
                <a:ea typeface="+mn-ea"/>
              </a:rPr>
              <a:t>变量命名</a:t>
            </a:r>
            <a:endParaRPr lang="en-US" altLang="zh-CN" sz="40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概念：</a:t>
            </a:r>
            <a:r>
              <a:rPr lang="en-US" altLang="zh-CN" sz="3200" dirty="0">
                <a:solidFill>
                  <a:srgbClr val="151515"/>
                </a:solidFill>
                <a:latin typeface="+mn-ea"/>
                <a:ea typeface="+mn-ea"/>
              </a:rPr>
              <a:t>Python</a:t>
            </a:r>
            <a:r>
              <a:rPr lang="zh-CN" altLang="en-US" sz="3200" dirty="0">
                <a:solidFill>
                  <a:srgbClr val="151515"/>
                </a:solidFill>
                <a:latin typeface="+mn-ea"/>
                <a:ea typeface="+mn-ea"/>
              </a:rPr>
              <a:t>中，变量是用来存储数据的容器</a:t>
            </a:r>
            <a:endParaRPr lang="en-US" altLang="zh-CN" sz="3200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变量作用：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151515"/>
                </a:solidFill>
                <a:latin typeface="+mn-ea"/>
                <a:ea typeface="+mn-ea"/>
              </a:rPr>
              <a:t>存储数据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：临时保存程序运行中的信息</a:t>
            </a:r>
            <a:endParaRPr lang="en-US" altLang="zh-CN" sz="2800" dirty="0">
              <a:solidFill>
                <a:srgbClr val="151515"/>
              </a:solidFill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151515"/>
                </a:solidFill>
                <a:latin typeface="+mn-ea"/>
                <a:ea typeface="+mn-ea"/>
              </a:rPr>
              <a:t>标识数据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：通过名称快速访问和修改数据</a:t>
            </a:r>
            <a:endParaRPr lang="en-US" altLang="zh-CN" sz="2800" dirty="0">
              <a:solidFill>
                <a:srgbClr val="151515"/>
              </a:solidFill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151515"/>
                </a:solidFill>
                <a:latin typeface="+mn-ea"/>
                <a:ea typeface="+mn-ea"/>
              </a:rPr>
              <a:t>提高可读性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：有意义的名称让代码更易懂</a:t>
            </a:r>
          </a:p>
        </p:txBody>
      </p:sp>
      <p:pic>
        <p:nvPicPr>
          <p:cNvPr id="5" name="Picture 4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88DD1C61-3773-EAD5-BA14-53FA4DEA3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490" y="4714709"/>
            <a:ext cx="4957260" cy="1582844"/>
          </a:xfrm>
          <a:prstGeom prst="rect">
            <a:avLst/>
          </a:prstGeom>
        </p:spPr>
      </p:pic>
      <p:pic>
        <p:nvPicPr>
          <p:cNvPr id="9" name="Picture 8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449B9F92-196A-7E4D-877F-A2B6A500C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490" y="3052415"/>
            <a:ext cx="4957260" cy="1203110"/>
          </a:xfrm>
          <a:prstGeom prst="rect">
            <a:avLst/>
          </a:prstGeom>
          <a:ln w="19050"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3982732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47ED8-4CEA-5DA0-0B93-FC3FB95A5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58EA445-8D73-2A6D-E8D8-1E94A2452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变量命名与赋值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B47652-ADE6-1A19-DBC2-8FB12A86429C}"/>
              </a:ext>
            </a:extLst>
          </p:cNvPr>
          <p:cNvSpPr txBox="1"/>
          <p:nvPr/>
        </p:nvSpPr>
        <p:spPr>
          <a:xfrm>
            <a:off x="341086" y="912062"/>
            <a:ext cx="5515428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AutoNum type="arabicPeriod"/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变量命名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000" b="1" dirty="0">
                <a:solidFill>
                  <a:schemeClr val="accent2"/>
                </a:solidFill>
                <a:latin typeface="+mn-ea"/>
                <a:ea typeface="+mn-ea"/>
              </a:rPr>
              <a:t>命名规则：</a:t>
            </a:r>
            <a:endParaRPr lang="en-US" altLang="zh-CN" sz="30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99E83B8-BC53-3905-04CF-E68D4C6D7284}"/>
              </a:ext>
            </a:extLst>
          </p:cNvPr>
          <p:cNvSpPr txBox="1"/>
          <p:nvPr/>
        </p:nvSpPr>
        <p:spPr>
          <a:xfrm>
            <a:off x="5856514" y="1211384"/>
            <a:ext cx="6270173" cy="53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000" b="1" dirty="0">
                <a:solidFill>
                  <a:srgbClr val="151515"/>
                </a:solidFill>
                <a:latin typeface="+mn-ea"/>
                <a:ea typeface="+mn-ea"/>
              </a:rPr>
              <a:t>（</a:t>
            </a:r>
            <a:r>
              <a:rPr lang="en-US" altLang="zh-CN" sz="3000" b="1" dirty="0">
                <a:solidFill>
                  <a:srgbClr val="151515"/>
                </a:solidFill>
                <a:latin typeface="+mn-ea"/>
                <a:ea typeface="+mn-ea"/>
              </a:rPr>
              <a:t>3</a:t>
            </a:r>
            <a:r>
              <a:rPr lang="zh-CN" altLang="en-US" sz="3000" b="1" dirty="0">
                <a:solidFill>
                  <a:srgbClr val="151515"/>
                </a:solidFill>
                <a:latin typeface="+mn-ea"/>
                <a:ea typeface="+mn-ea"/>
              </a:rPr>
              <a:t>）字符限制：</a:t>
            </a:r>
            <a:endParaRPr lang="en-US" altLang="zh-CN" sz="3000" b="1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（</a:t>
            </a:r>
            <a:r>
              <a:rPr lang="en-US" altLang="zh-CN" sz="3000" dirty="0">
                <a:solidFill>
                  <a:srgbClr val="151515"/>
                </a:solidFill>
                <a:latin typeface="+mn-ea"/>
                <a:ea typeface="+mn-ea"/>
              </a:rPr>
              <a:t>1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）只能包含字母、数字、下划线</a:t>
            </a:r>
            <a:endParaRPr lang="en-US" altLang="zh-CN" sz="3000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（</a:t>
            </a:r>
            <a:r>
              <a:rPr lang="en-US" altLang="zh-CN" sz="3000" dirty="0">
                <a:solidFill>
                  <a:srgbClr val="151515"/>
                </a:solidFill>
                <a:latin typeface="+mn-ea"/>
                <a:ea typeface="+mn-ea"/>
              </a:rPr>
              <a:t>2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）禁止特殊符号：</a:t>
            </a:r>
            <a:r>
              <a:rPr lang="en-US" altLang="zh-CN" sz="3000" dirty="0">
                <a:solidFill>
                  <a:srgbClr val="151515"/>
                </a:solidFill>
                <a:latin typeface="+mn-ea"/>
                <a:ea typeface="+mn-ea"/>
              </a:rPr>
              <a:t>@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、</a:t>
            </a:r>
            <a:r>
              <a:rPr lang="en-US" altLang="zh-CN" sz="3000" dirty="0">
                <a:solidFill>
                  <a:srgbClr val="151515"/>
                </a:solidFill>
                <a:latin typeface="+mn-ea"/>
                <a:ea typeface="+mn-ea"/>
              </a:rPr>
              <a:t>$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、</a:t>
            </a:r>
            <a:r>
              <a:rPr lang="en-US" altLang="zh-CN" sz="3000" dirty="0">
                <a:solidFill>
                  <a:srgbClr val="151515"/>
                </a:solidFill>
                <a:latin typeface="+mn-ea"/>
                <a:ea typeface="+mn-ea"/>
              </a:rPr>
              <a:t>% 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等</a:t>
            </a:r>
            <a:endParaRPr lang="en-US" altLang="zh-CN" sz="3000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b="1" dirty="0">
                <a:solidFill>
                  <a:srgbClr val="151515"/>
                </a:solidFill>
                <a:latin typeface="+mn-ea"/>
                <a:ea typeface="+mn-ea"/>
              </a:rPr>
              <a:t>（</a:t>
            </a:r>
            <a:r>
              <a:rPr lang="en-US" altLang="zh-CN" sz="3000" b="1" dirty="0">
                <a:solidFill>
                  <a:srgbClr val="151515"/>
                </a:solidFill>
                <a:latin typeface="+mn-ea"/>
                <a:ea typeface="+mn-ea"/>
              </a:rPr>
              <a:t>4</a:t>
            </a:r>
            <a:r>
              <a:rPr lang="zh-CN" altLang="en-US" sz="3000" b="1" dirty="0">
                <a:solidFill>
                  <a:srgbClr val="151515"/>
                </a:solidFill>
                <a:latin typeface="+mn-ea"/>
                <a:ea typeface="+mn-ea"/>
              </a:rPr>
              <a:t>）开头字符：</a:t>
            </a:r>
            <a:endParaRPr lang="en-US" altLang="zh-CN" sz="3000" b="1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（</a:t>
            </a:r>
            <a:r>
              <a:rPr lang="en-US" altLang="zh-CN" sz="3000" dirty="0">
                <a:solidFill>
                  <a:srgbClr val="151515"/>
                </a:solidFill>
                <a:latin typeface="+mn-ea"/>
                <a:ea typeface="+mn-ea"/>
              </a:rPr>
              <a:t>1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）必须以字母或下划线开头</a:t>
            </a:r>
            <a:endParaRPr lang="en-US" altLang="zh-CN" sz="3000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（</a:t>
            </a:r>
            <a:r>
              <a:rPr lang="en-US" altLang="zh-CN" sz="3000" dirty="0">
                <a:solidFill>
                  <a:srgbClr val="151515"/>
                </a:solidFill>
                <a:latin typeface="+mn-ea"/>
                <a:ea typeface="+mn-ea"/>
              </a:rPr>
              <a:t>2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）</a:t>
            </a:r>
            <a:r>
              <a:rPr lang="zh-CN" altLang="en-US" sz="3000" u="sng" dirty="0">
                <a:solidFill>
                  <a:srgbClr val="151515"/>
                </a:solidFill>
                <a:latin typeface="+mn-ea"/>
                <a:ea typeface="+mn-ea"/>
              </a:rPr>
              <a:t>禁止以数字开头</a:t>
            </a:r>
            <a:endParaRPr lang="en-US" altLang="zh-CN" sz="3000" u="sng" dirty="0">
              <a:solidFill>
                <a:srgbClr val="151515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CBBBC9-95AF-1FDD-6FA3-954BAD4CBD7D}"/>
              </a:ext>
            </a:extLst>
          </p:cNvPr>
          <p:cNvSpPr txBox="1"/>
          <p:nvPr/>
        </p:nvSpPr>
        <p:spPr>
          <a:xfrm>
            <a:off x="304800" y="2300709"/>
            <a:ext cx="5791200" cy="416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000" b="1" dirty="0">
                <a:solidFill>
                  <a:srgbClr val="151515"/>
                </a:solidFill>
                <a:latin typeface="+mn-ea"/>
                <a:ea typeface="+mn-ea"/>
              </a:rPr>
              <a:t>（</a:t>
            </a:r>
            <a:r>
              <a:rPr lang="en-US" altLang="zh-CN" sz="3000" b="1" dirty="0">
                <a:solidFill>
                  <a:srgbClr val="151515"/>
                </a:solidFill>
                <a:latin typeface="+mn-ea"/>
                <a:ea typeface="+mn-ea"/>
              </a:rPr>
              <a:t>1</a:t>
            </a:r>
            <a:r>
              <a:rPr lang="zh-CN" altLang="en-US" sz="3000" b="1" dirty="0">
                <a:solidFill>
                  <a:srgbClr val="151515"/>
                </a:solidFill>
                <a:latin typeface="+mn-ea"/>
                <a:ea typeface="+mn-ea"/>
              </a:rPr>
              <a:t>）区分大小写：</a:t>
            </a:r>
            <a:endParaRPr lang="en-US" altLang="zh-CN" sz="3000" b="1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en-US" sz="3000" dirty="0">
                <a:solidFill>
                  <a:srgbClr val="151515"/>
                </a:solidFill>
                <a:latin typeface="+mn-ea"/>
                <a:ea typeface="+mn-ea"/>
              </a:rPr>
              <a:t>age 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和 </a:t>
            </a:r>
            <a:r>
              <a:rPr lang="en-US" sz="3000" dirty="0">
                <a:solidFill>
                  <a:srgbClr val="151515"/>
                </a:solidFill>
                <a:latin typeface="+mn-ea"/>
                <a:ea typeface="+mn-ea"/>
              </a:rPr>
              <a:t>Age 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是两个不同的变量</a:t>
            </a:r>
            <a:endParaRPr lang="en-US" altLang="zh-CN" sz="3000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b="1" dirty="0">
                <a:solidFill>
                  <a:srgbClr val="151515"/>
                </a:solidFill>
                <a:latin typeface="+mn-ea"/>
                <a:ea typeface="+mn-ea"/>
              </a:rPr>
              <a:t>（</a:t>
            </a:r>
            <a:r>
              <a:rPr lang="en-US" altLang="zh-CN" sz="3000" b="1" dirty="0">
                <a:solidFill>
                  <a:srgbClr val="151515"/>
                </a:solidFill>
                <a:latin typeface="+mn-ea"/>
                <a:ea typeface="+mn-ea"/>
              </a:rPr>
              <a:t>2</a:t>
            </a:r>
            <a:r>
              <a:rPr lang="zh-CN" altLang="en-US" sz="3000" b="1" dirty="0">
                <a:solidFill>
                  <a:srgbClr val="151515"/>
                </a:solidFill>
                <a:latin typeface="+mn-ea"/>
                <a:ea typeface="+mn-ea"/>
              </a:rPr>
              <a:t>）禁止关键字：</a:t>
            </a:r>
            <a:endParaRPr lang="en-US" altLang="zh-CN" sz="3000" b="1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不能使用</a:t>
            </a:r>
            <a:r>
              <a:rPr lang="en-US" sz="3000" dirty="0">
                <a:solidFill>
                  <a:srgbClr val="151515"/>
                </a:solidFill>
                <a:latin typeface="+mn-ea"/>
                <a:ea typeface="+mn-ea"/>
              </a:rPr>
              <a:t>Python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保留字（如 </a:t>
            </a:r>
            <a:r>
              <a:rPr lang="en-US" sz="3000" dirty="0" err="1">
                <a:solidFill>
                  <a:srgbClr val="151515"/>
                </a:solidFill>
                <a:latin typeface="+mn-ea"/>
                <a:ea typeface="+mn-ea"/>
              </a:rPr>
              <a:t>if、for、class</a:t>
            </a:r>
            <a:r>
              <a:rPr lang="en-US" sz="3000" dirty="0">
                <a:solidFill>
                  <a:srgbClr val="151515"/>
                </a:solidFill>
                <a:latin typeface="+mn-ea"/>
                <a:ea typeface="+mn-ea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49654745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0C043-D7F5-5EC4-835A-9580B8D2F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F11642B-0E97-3F4F-C77A-F3C5A56ED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变量命名与赋值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6A4876-2007-A214-A357-C912FABB9A38}"/>
              </a:ext>
            </a:extLst>
          </p:cNvPr>
          <p:cNvSpPr txBox="1"/>
          <p:nvPr/>
        </p:nvSpPr>
        <p:spPr>
          <a:xfrm>
            <a:off x="312057" y="846748"/>
            <a:ext cx="9755868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1. 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变量命名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434931A-A9F6-297A-CC1B-7C3DC3470DB2}"/>
              </a:ext>
            </a:extLst>
          </p:cNvPr>
          <p:cNvSpPr txBox="1"/>
          <p:nvPr/>
        </p:nvSpPr>
        <p:spPr>
          <a:xfrm>
            <a:off x="680523" y="1704141"/>
            <a:ext cx="5152405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0" hangingPunct="0">
              <a:lnSpc>
                <a:spcPct val="15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命名规则：</a:t>
            </a:r>
            <a:endParaRPr lang="en-US" altLang="zh-CN" sz="28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5026F3-BB96-9A25-DE88-F9C139715DAF}"/>
              </a:ext>
            </a:extLst>
          </p:cNvPr>
          <p:cNvSpPr txBox="1"/>
          <p:nvPr/>
        </p:nvSpPr>
        <p:spPr>
          <a:xfrm>
            <a:off x="2736396" y="2514407"/>
            <a:ext cx="7331529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判断哪些是正确命名，哪些是错误命名？</a:t>
            </a: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C68DFA-EAEC-1169-61BF-3E918856D5A6}"/>
              </a:ext>
            </a:extLst>
          </p:cNvPr>
          <p:cNvSpPr txBox="1"/>
          <p:nvPr/>
        </p:nvSpPr>
        <p:spPr>
          <a:xfrm>
            <a:off x="358127" y="3799782"/>
            <a:ext cx="612465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3200" b="1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Student_name</a:t>
            </a:r>
            <a:r>
              <a:rPr lang="en-US" altLang="zh-CN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lang="en-US" altLang="zh-CN" sz="3200" b="1" dirty="0">
                <a:solidFill>
                  <a:srgbClr val="A3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"Hello, World!"</a:t>
            </a:r>
            <a:r>
              <a:rPr lang="en-US" altLang="zh-CN" sz="32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endParaRPr lang="en-US" altLang="zh-CN" sz="32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altLang="zh-CN" sz="3200" b="1" dirty="0">
                <a:solidFill>
                  <a:srgbClr val="001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2year = 2023</a:t>
            </a:r>
          </a:p>
          <a:p>
            <a:pPr algn="l">
              <a:buNone/>
            </a:pPr>
            <a:r>
              <a:rPr lang="en-US" altLang="zh-CN" sz="3200" b="1" dirty="0">
                <a:solidFill>
                  <a:srgbClr val="001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First-name = </a:t>
            </a:r>
            <a:r>
              <a:rPr lang="en-US" altLang="zh-CN" sz="3200" b="1" dirty="0">
                <a:solidFill>
                  <a:srgbClr val="A3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“Alice"</a:t>
            </a:r>
            <a:endParaRPr lang="en-US" altLang="zh-CN" sz="3200" b="1" dirty="0">
              <a:solidFill>
                <a:srgbClr val="00108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188880-46D2-3B54-7DC5-27E0BB7E916D}"/>
              </a:ext>
            </a:extLst>
          </p:cNvPr>
          <p:cNvSpPr txBox="1"/>
          <p:nvPr/>
        </p:nvSpPr>
        <p:spPr>
          <a:xfrm>
            <a:off x="6779172" y="3799782"/>
            <a:ext cx="495338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3200" b="1" dirty="0">
                <a:solidFill>
                  <a:srgbClr val="001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_count</a:t>
            </a:r>
            <a:r>
              <a:rPr lang="en-US" altLang="zh-CN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10</a:t>
            </a:r>
          </a:p>
          <a:p>
            <a:pPr algn="l">
              <a:buNone/>
            </a:pPr>
            <a:r>
              <a:rPr lang="en-US" altLang="zh-CN" sz="32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total_price_2023</a:t>
            </a:r>
            <a:r>
              <a:rPr lang="en-US" altLang="zh-CN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lang="en-US" altLang="zh-CN" sz="3200" b="1" dirty="0">
                <a:solidFill>
                  <a:srgbClr val="09865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100.5</a:t>
            </a:r>
          </a:p>
          <a:p>
            <a:pPr algn="l">
              <a:buNone/>
            </a:pPr>
            <a:r>
              <a:rPr lang="en-US" altLang="zh-CN" sz="3200" b="1" dirty="0">
                <a:solidFill>
                  <a:srgbClr val="001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altLang="zh-CN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lang="en-US" altLang="zh-CN" sz="3200" b="1" dirty="0">
                <a:solidFill>
                  <a:srgbClr val="A3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“cs101"</a:t>
            </a:r>
            <a:endParaRPr lang="en-US" altLang="zh-CN" sz="32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18559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2BFBCA-9573-0586-F7F4-02CC91863D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068930"/>
              </p:ext>
            </p:extLst>
          </p:nvPr>
        </p:nvGraphicFramePr>
        <p:xfrm>
          <a:off x="564349" y="3070742"/>
          <a:ext cx="10793462" cy="33714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081">
                  <a:extLst>
                    <a:ext uri="{9D8B030D-6E8A-4147-A177-3AD203B41FA5}">
                      <a16:colId xmlns:a16="http://schemas.microsoft.com/office/drawing/2014/main" val="1043003000"/>
                    </a:ext>
                  </a:extLst>
                </a:gridCol>
                <a:gridCol w="1240262">
                  <a:extLst>
                    <a:ext uri="{9D8B030D-6E8A-4147-A177-3AD203B41FA5}">
                      <a16:colId xmlns:a16="http://schemas.microsoft.com/office/drawing/2014/main" val="1098686767"/>
                    </a:ext>
                  </a:extLst>
                </a:gridCol>
                <a:gridCol w="1334172">
                  <a:extLst>
                    <a:ext uri="{9D8B030D-6E8A-4147-A177-3AD203B41FA5}">
                      <a16:colId xmlns:a16="http://schemas.microsoft.com/office/drawing/2014/main" val="2521600211"/>
                    </a:ext>
                  </a:extLst>
                </a:gridCol>
                <a:gridCol w="1334172">
                  <a:extLst>
                    <a:ext uri="{9D8B030D-6E8A-4147-A177-3AD203B41FA5}">
                      <a16:colId xmlns:a16="http://schemas.microsoft.com/office/drawing/2014/main" val="3117822586"/>
                    </a:ext>
                  </a:extLst>
                </a:gridCol>
                <a:gridCol w="1190702">
                  <a:extLst>
                    <a:ext uri="{9D8B030D-6E8A-4147-A177-3AD203B41FA5}">
                      <a16:colId xmlns:a16="http://schemas.microsoft.com/office/drawing/2014/main" val="1742883527"/>
                    </a:ext>
                  </a:extLst>
                </a:gridCol>
                <a:gridCol w="1477640">
                  <a:extLst>
                    <a:ext uri="{9D8B030D-6E8A-4147-A177-3AD203B41FA5}">
                      <a16:colId xmlns:a16="http://schemas.microsoft.com/office/drawing/2014/main" val="2368683226"/>
                    </a:ext>
                  </a:extLst>
                </a:gridCol>
                <a:gridCol w="1407802">
                  <a:extLst>
                    <a:ext uri="{9D8B030D-6E8A-4147-A177-3AD203B41FA5}">
                      <a16:colId xmlns:a16="http://schemas.microsoft.com/office/drawing/2014/main" val="23541908"/>
                    </a:ext>
                  </a:extLst>
                </a:gridCol>
                <a:gridCol w="1380631">
                  <a:extLst>
                    <a:ext uri="{9D8B030D-6E8A-4147-A177-3AD203B41FA5}">
                      <a16:colId xmlns:a16="http://schemas.microsoft.com/office/drawing/2014/main" val="460495524"/>
                    </a:ext>
                  </a:extLst>
                </a:gridCol>
              </a:tblGrid>
              <a:tr h="48641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200" b="1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算术运算符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bg2"/>
                          </a:solidFill>
                          <a:effectLst/>
                        </a:rPr>
                        <a:t>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bg2"/>
                          </a:solidFill>
                          <a:effectLst/>
                        </a:rPr>
                        <a:t>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bg2"/>
                          </a:solidFill>
                          <a:effectLst/>
                        </a:rPr>
                        <a:t>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bg2"/>
                          </a:solidFill>
                          <a:effectLst/>
                        </a:rPr>
                        <a:t>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bg2"/>
                          </a:solidFill>
                          <a:effectLst/>
                        </a:rPr>
                        <a:t>取模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bg2"/>
                          </a:solidFill>
                          <a:effectLst/>
                        </a:rPr>
                        <a:t>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bg2"/>
                          </a:solidFill>
                          <a:effectLst/>
                        </a:rPr>
                        <a:t>取整除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590707"/>
                  </a:ext>
                </a:extLst>
              </a:tr>
              <a:tr h="474679">
                <a:tc vMerge="1">
                  <a:txBody>
                    <a:bodyPr/>
                    <a:lstStyle/>
                    <a:p>
                      <a:endParaRPr lang="en-CN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dirty="0">
                          <a:solidFill>
                            <a:schemeClr val="bg2"/>
                          </a:solidFill>
                          <a:effectLst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dirty="0">
                          <a:solidFill>
                            <a:schemeClr val="bg2"/>
                          </a:solidFill>
                          <a:effectLst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dirty="0">
                          <a:solidFill>
                            <a:schemeClr val="bg2"/>
                          </a:solidFill>
                          <a:effectLst/>
                        </a:rPr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dirty="0">
                          <a:solidFill>
                            <a:schemeClr val="bg2"/>
                          </a:solidFill>
                          <a:effectLst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dirty="0">
                          <a:solidFill>
                            <a:schemeClr val="bg2"/>
                          </a:solidFill>
                          <a:effectLst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dirty="0">
                          <a:solidFill>
                            <a:schemeClr val="bg2"/>
                          </a:solidFill>
                          <a:effectLst/>
                        </a:rPr>
                        <a:t>**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dirty="0">
                          <a:solidFill>
                            <a:schemeClr val="bg2"/>
                          </a:solidFill>
                          <a:effectLst/>
                        </a:rPr>
                        <a:t>//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3213"/>
                  </a:ext>
                </a:extLst>
              </a:tr>
              <a:tr h="476639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CN" sz="2200" b="1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比较运算符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等于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不等于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小于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小于等于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大于等于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CN" sz="200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6111669"/>
                  </a:ext>
                </a:extLst>
              </a:tr>
              <a:tr h="476639">
                <a:tc vMerge="1">
                  <a:txBody>
                    <a:bodyPr/>
                    <a:lstStyle/>
                    <a:p>
                      <a:endParaRPr lang="en-CN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==</a:t>
                      </a: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！</a:t>
                      </a:r>
                      <a:r>
                        <a:rPr lang="en-US" altLang="zh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&lt;=</a:t>
                      </a: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CN" sz="200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76082"/>
                  </a:ext>
                </a:extLst>
              </a:tr>
              <a:tr h="676100">
                <a:tc>
                  <a:txBody>
                    <a:bodyPr/>
                    <a:lstStyle/>
                    <a:p>
                      <a:pPr algn="ctr"/>
                      <a:r>
                        <a:rPr lang="en-CN" sz="2200" b="1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逻辑运算符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nd</a:t>
                      </a:r>
                      <a:r>
                        <a:rPr lang="zh-CN" alt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与</a:t>
                      </a:r>
                      <a:r>
                        <a:rPr lang="zh-CN" alt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r(或)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ot(非)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CN" sz="200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040626"/>
                  </a:ext>
                </a:extLst>
              </a:tr>
              <a:tr h="4766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CN" sz="22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位运算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r>
                        <a:rPr lang="zh-CN" altLang="en-US" sz="20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（与）</a:t>
                      </a:r>
                      <a:endParaRPr lang="en-CN" sz="20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｜（或）</a:t>
                      </a:r>
                      <a:endParaRPr lang="en-CN" sz="20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～（非）</a:t>
                      </a:r>
                      <a:endParaRPr lang="en-CN" sz="20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CN" sz="200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36043"/>
                  </a:ext>
                </a:extLst>
              </a:tr>
            </a:tbl>
          </a:graphicData>
        </a:graphic>
      </p:graphicFrame>
      <p:sp>
        <p:nvSpPr>
          <p:cNvPr id="2" name="文本框 7">
            <a:extLst>
              <a:ext uri="{FF2B5EF4-FFF2-40B4-BE49-F238E27FC236}">
                <a16:creationId xmlns:a16="http://schemas.microsoft.com/office/drawing/2014/main" id="{E67421A5-F4D3-85F6-4790-B2725F3418B5}"/>
              </a:ext>
            </a:extLst>
          </p:cNvPr>
          <p:cNvSpPr txBox="1"/>
          <p:nvPr/>
        </p:nvSpPr>
        <p:spPr>
          <a:xfrm>
            <a:off x="412124" y="896552"/>
            <a:ext cx="11481515" cy="2078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bg2"/>
                </a:solidFill>
                <a:latin typeface="+mn-ea"/>
                <a:ea typeface="+mn-ea"/>
              </a:rPr>
              <a:t>3. </a:t>
            </a:r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变量基本运算</a:t>
            </a:r>
            <a:endParaRPr lang="en-US" altLang="zh-CN" sz="36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运算是编程语言的基本功能，通过运算程序可以执行各种操作，变量运算主要包括：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算术运算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比较运算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逻辑运算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</a:rPr>
              <a:t>位运算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等。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55420E-8943-4352-9AE5-5BF721103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变量命名、赋值与运算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2037775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2" y="3868893"/>
            <a:ext cx="116707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二、循环与判断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216377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A482D-C7BB-32E0-E944-374D79FC1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DE205C4-818C-8150-F768-46C492E9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一、条件语句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441D31-5719-59DF-5079-DB372564FAF6}"/>
              </a:ext>
            </a:extLst>
          </p:cNvPr>
          <p:cNvSpPr txBox="1"/>
          <p:nvPr/>
        </p:nvSpPr>
        <p:spPr>
          <a:xfrm>
            <a:off x="566057" y="1017028"/>
            <a:ext cx="8113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程序三大结构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：顺序、分支、循环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AFD8C70-6941-B357-4017-618314ACE09A}"/>
              </a:ext>
            </a:extLst>
          </p:cNvPr>
          <p:cNvGrpSpPr/>
          <p:nvPr/>
        </p:nvGrpSpPr>
        <p:grpSpPr>
          <a:xfrm>
            <a:off x="1031096" y="2042125"/>
            <a:ext cx="2336218" cy="4235304"/>
            <a:chOff x="1031096" y="2042125"/>
            <a:chExt cx="1889904" cy="36093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94CDEC-06DA-1ABE-9B92-7AA1B1F6B9AB}"/>
                </a:ext>
              </a:extLst>
            </p:cNvPr>
            <p:cNvSpPr/>
            <p:nvPr/>
          </p:nvSpPr>
          <p:spPr>
            <a:xfrm>
              <a:off x="1031096" y="2042125"/>
              <a:ext cx="1889904" cy="770583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步骤一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98F771B-E95E-E79F-A2C2-729DC0F76100}"/>
                </a:ext>
              </a:extLst>
            </p:cNvPr>
            <p:cNvSpPr/>
            <p:nvPr/>
          </p:nvSpPr>
          <p:spPr>
            <a:xfrm>
              <a:off x="1031096" y="3511377"/>
              <a:ext cx="1889904" cy="770583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步骤二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9C9FA85-CCD6-88DE-BFDF-43EECE15CDE3}"/>
                </a:ext>
              </a:extLst>
            </p:cNvPr>
            <p:cNvSpPr/>
            <p:nvPr/>
          </p:nvSpPr>
          <p:spPr>
            <a:xfrm>
              <a:off x="1031096" y="4880917"/>
              <a:ext cx="1889904" cy="770583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步骤三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28E76A6-A10A-5E61-6172-E71C88C38219}"/>
                </a:ext>
              </a:extLst>
            </p:cNvPr>
            <p:cNvCxnSpPr>
              <a:stCxn id="8" idx="2"/>
              <a:endCxn id="11" idx="0"/>
            </p:cNvCxnSpPr>
            <p:nvPr/>
          </p:nvCxnSpPr>
          <p:spPr bwMode="auto">
            <a:xfrm>
              <a:off x="1976048" y="2812708"/>
              <a:ext cx="0" cy="698669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7C08D9C-AADC-42F6-6126-E5DCAEAF78F4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 bwMode="auto">
            <a:xfrm>
              <a:off x="1976048" y="4281960"/>
              <a:ext cx="0" cy="598957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75DCDB3-9C66-6752-D665-6342E48B0942}"/>
              </a:ext>
            </a:extLst>
          </p:cNvPr>
          <p:cNvGrpSpPr/>
          <p:nvPr/>
        </p:nvGrpSpPr>
        <p:grpSpPr>
          <a:xfrm>
            <a:off x="4126658" y="2042125"/>
            <a:ext cx="4153737" cy="3095932"/>
            <a:chOff x="4126659" y="2042125"/>
            <a:chExt cx="3903158" cy="223983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963E5F3-0A76-4F1D-FB75-B57AFA8785DE}"/>
                </a:ext>
              </a:extLst>
            </p:cNvPr>
            <p:cNvSpPr/>
            <p:nvPr/>
          </p:nvSpPr>
          <p:spPr>
            <a:xfrm>
              <a:off x="5190639" y="2042125"/>
              <a:ext cx="1754208" cy="77058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步骤一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E74E830-8282-7D1B-33CE-BBC5ED3E3776}"/>
                </a:ext>
              </a:extLst>
            </p:cNvPr>
            <p:cNvSpPr/>
            <p:nvPr/>
          </p:nvSpPr>
          <p:spPr>
            <a:xfrm>
              <a:off x="4126659" y="3511377"/>
              <a:ext cx="1754208" cy="77058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步骤二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8CB4E39-2825-73DB-4F80-6518513FC1C2}"/>
                </a:ext>
              </a:extLst>
            </p:cNvPr>
            <p:cNvSpPr/>
            <p:nvPr/>
          </p:nvSpPr>
          <p:spPr>
            <a:xfrm>
              <a:off x="6275609" y="3511376"/>
              <a:ext cx="1754208" cy="77058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步骤三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F916940-2FD7-56B6-C229-8EACE57184DE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 bwMode="auto">
            <a:xfrm flipH="1">
              <a:off x="5003763" y="2812707"/>
              <a:ext cx="1063980" cy="698670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DD26FCC-49C5-D57D-6C56-DC036AA2B373}"/>
                </a:ext>
              </a:extLst>
            </p:cNvPr>
            <p:cNvCxnSpPr>
              <a:cxnSpLocks/>
              <a:stCxn id="14" idx="2"/>
              <a:endCxn id="16" idx="0"/>
            </p:cNvCxnSpPr>
            <p:nvPr/>
          </p:nvCxnSpPr>
          <p:spPr bwMode="auto">
            <a:xfrm>
              <a:off x="6067743" y="2812707"/>
              <a:ext cx="1084970" cy="698669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997C571-83B7-B229-65E5-BBE723AFB51C}"/>
              </a:ext>
            </a:extLst>
          </p:cNvPr>
          <p:cNvGrpSpPr/>
          <p:nvPr/>
        </p:nvGrpSpPr>
        <p:grpSpPr>
          <a:xfrm>
            <a:off x="8922862" y="1839980"/>
            <a:ext cx="2336215" cy="4437449"/>
            <a:chOff x="9104292" y="1963351"/>
            <a:chExt cx="1766908" cy="345062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732244A-53EE-AB77-19E6-2799E1F0E168}"/>
                </a:ext>
              </a:extLst>
            </p:cNvPr>
            <p:cNvSpPr/>
            <p:nvPr/>
          </p:nvSpPr>
          <p:spPr>
            <a:xfrm>
              <a:off x="9104292" y="1963351"/>
              <a:ext cx="1754208" cy="77058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步骤一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D730D1A-B74A-5DE3-98ED-62E90A6B14C2}"/>
                </a:ext>
              </a:extLst>
            </p:cNvPr>
            <p:cNvSpPr/>
            <p:nvPr/>
          </p:nvSpPr>
          <p:spPr>
            <a:xfrm>
              <a:off x="9104292" y="3273853"/>
              <a:ext cx="1754208" cy="77058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步骤二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5AE055E-0F2D-2C5F-E37C-B238B4F4695B}"/>
                </a:ext>
              </a:extLst>
            </p:cNvPr>
            <p:cNvSpPr/>
            <p:nvPr/>
          </p:nvSpPr>
          <p:spPr>
            <a:xfrm>
              <a:off x="9104292" y="4643393"/>
              <a:ext cx="1754208" cy="77058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步骤三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179FCB4-F757-9E55-9A7F-E9A5752B8297}"/>
                </a:ext>
              </a:extLst>
            </p:cNvPr>
            <p:cNvCxnSpPr>
              <a:cxnSpLocks/>
              <a:stCxn id="17" idx="2"/>
              <a:endCxn id="18" idx="0"/>
            </p:cNvCxnSpPr>
            <p:nvPr/>
          </p:nvCxnSpPr>
          <p:spPr bwMode="auto">
            <a:xfrm>
              <a:off x="9981396" y="2733933"/>
              <a:ext cx="0" cy="539920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DC430BC-294B-9AF2-EF66-3FCCDC6D1C66}"/>
                </a:ext>
              </a:extLst>
            </p:cNvPr>
            <p:cNvCxnSpPr>
              <a:cxnSpLocks/>
              <a:stCxn id="18" idx="2"/>
              <a:endCxn id="19" idx="0"/>
            </p:cNvCxnSpPr>
            <p:nvPr/>
          </p:nvCxnSpPr>
          <p:spPr bwMode="auto">
            <a:xfrm>
              <a:off x="9981396" y="4044435"/>
              <a:ext cx="0" cy="598958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Elbow Connector 45">
              <a:extLst>
                <a:ext uri="{FF2B5EF4-FFF2-40B4-BE49-F238E27FC236}">
                  <a16:creationId xmlns:a16="http://schemas.microsoft.com/office/drawing/2014/main" id="{9A62E57C-ABC3-F35D-9A10-6B2765C9F7C1}"/>
                </a:ext>
              </a:extLst>
            </p:cNvPr>
            <p:cNvCxnSpPr>
              <a:stCxn id="19" idx="3"/>
              <a:endCxn id="18" idx="3"/>
            </p:cNvCxnSpPr>
            <p:nvPr/>
          </p:nvCxnSpPr>
          <p:spPr bwMode="auto">
            <a:xfrm flipV="1">
              <a:off x="10858500" y="3659144"/>
              <a:ext cx="12700" cy="1369540"/>
            </a:xfrm>
            <a:prstGeom prst="bentConnector3">
              <a:avLst>
                <a:gd name="adj1" fmla="val 1800000"/>
              </a:avLst>
            </a:prstGeom>
            <a:ln w="28575">
              <a:solidFill>
                <a:schemeClr val="accent1"/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" name="文本框 34">
            <a:extLst>
              <a:ext uri="{FF2B5EF4-FFF2-40B4-BE49-F238E27FC236}">
                <a16:creationId xmlns:a16="http://schemas.microsoft.com/office/drawing/2014/main" id="{C1152E10-7BE6-9E36-1758-ECF1EF5F7072}"/>
              </a:ext>
            </a:extLst>
          </p:cNvPr>
          <p:cNvSpPr txBox="1"/>
          <p:nvPr/>
        </p:nvSpPr>
        <p:spPr>
          <a:xfrm>
            <a:off x="5383821" y="3566100"/>
            <a:ext cx="1549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CC"/>
                </a:solidFill>
                <a:latin typeface="+mn-ea"/>
                <a:ea typeface="+mn-ea"/>
              </a:rPr>
              <a:t>条件判断</a:t>
            </a:r>
          </a:p>
        </p:txBody>
      </p:sp>
      <p:sp>
        <p:nvSpPr>
          <p:cNvPr id="9" name="文本框 34">
            <a:extLst>
              <a:ext uri="{FF2B5EF4-FFF2-40B4-BE49-F238E27FC236}">
                <a16:creationId xmlns:a16="http://schemas.microsoft.com/office/drawing/2014/main" id="{BC6758CF-C649-EF86-9994-37CAC0771A16}"/>
              </a:ext>
            </a:extLst>
          </p:cNvPr>
          <p:cNvSpPr txBox="1"/>
          <p:nvPr/>
        </p:nvSpPr>
        <p:spPr>
          <a:xfrm>
            <a:off x="10102730" y="4701021"/>
            <a:ext cx="1549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CC"/>
                </a:solidFill>
                <a:latin typeface="+mn-ea"/>
                <a:ea typeface="+mn-ea"/>
              </a:rPr>
              <a:t>循环执行</a:t>
            </a:r>
          </a:p>
        </p:txBody>
      </p:sp>
    </p:spTree>
    <p:extLst>
      <p:ext uri="{BB962C8B-B14F-4D97-AF65-F5344CB8AC3E}">
        <p14:creationId xmlns:p14="http://schemas.microsoft.com/office/powerpoint/2010/main" val="404740787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二、条件语句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260350" y="846749"/>
            <a:ext cx="7981783" cy="5550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000" b="1" dirty="0">
                <a:solidFill>
                  <a:srgbClr val="333333"/>
                </a:solidFill>
                <a:latin typeface="+mn-ea"/>
                <a:ea typeface="+mn-ea"/>
              </a:rPr>
              <a:t>1. </a:t>
            </a:r>
            <a:r>
              <a:rPr lang="zh-CN" altLang="en-US" sz="4000" b="1" dirty="0">
                <a:solidFill>
                  <a:srgbClr val="333333"/>
                </a:solidFill>
                <a:latin typeface="+mn-ea"/>
                <a:ea typeface="+mn-ea"/>
              </a:rPr>
              <a:t>条件判断</a:t>
            </a:r>
            <a:endParaRPr lang="en-US" altLang="zh-CN" sz="40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条件语句是通过一条或多条语句的</a:t>
            </a:r>
            <a:r>
              <a:rPr lang="zh-CN" altLang="en-US" sz="3000" b="1" u="sng" dirty="0">
                <a:solidFill>
                  <a:srgbClr val="333333"/>
                </a:solidFill>
                <a:latin typeface="+mn-ea"/>
                <a:ea typeface="+mn-ea"/>
              </a:rPr>
              <a:t>执行结果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True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或者</a:t>
            </a: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False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）来</a:t>
            </a:r>
            <a:r>
              <a:rPr lang="zh-CN" altLang="en-US" sz="3000" b="1" u="sng" dirty="0">
                <a:solidFill>
                  <a:srgbClr val="333333"/>
                </a:solidFill>
                <a:latin typeface="+mn-ea"/>
                <a:ea typeface="+mn-ea"/>
              </a:rPr>
              <a:t>决定是否执行代码块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。</a:t>
            </a:r>
            <a:endParaRPr lang="en-US" altLang="zh-CN" sz="30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条件判断一般通过</a:t>
            </a:r>
            <a:r>
              <a:rPr lang="en-US" altLang="zh-CN" sz="3000" b="1" u="sng" dirty="0">
                <a:solidFill>
                  <a:srgbClr val="333333"/>
                </a:solidFill>
                <a:latin typeface="+mn-ea"/>
                <a:ea typeface="+mn-ea"/>
              </a:rPr>
              <a:t>if-</a:t>
            </a:r>
            <a:r>
              <a:rPr lang="en-US" altLang="zh-CN" sz="3000" b="1" u="sng" dirty="0" err="1">
                <a:solidFill>
                  <a:srgbClr val="333333"/>
                </a:solidFill>
                <a:latin typeface="+mn-ea"/>
                <a:ea typeface="+mn-ea"/>
              </a:rPr>
              <a:t>elif</a:t>
            </a:r>
            <a:r>
              <a:rPr lang="en-US" altLang="zh-CN" sz="3000" b="1" u="sng" dirty="0">
                <a:solidFill>
                  <a:srgbClr val="333333"/>
                </a:solidFill>
                <a:latin typeface="+mn-ea"/>
                <a:ea typeface="+mn-ea"/>
              </a:rPr>
              <a:t>-else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语句实现。要么“</a:t>
            </a: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if”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区块的代码被执行，要么一个“</a:t>
            </a:r>
            <a:r>
              <a:rPr lang="en-US" altLang="zh-CN" sz="3000" dirty="0" err="1">
                <a:solidFill>
                  <a:srgbClr val="333333"/>
                </a:solidFill>
                <a:latin typeface="+mn-ea"/>
                <a:ea typeface="+mn-ea"/>
              </a:rPr>
              <a:t>elif</a:t>
            </a: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”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区块的代码被执行，要么“</a:t>
            </a: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else”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区块的代码被执行。</a:t>
            </a:r>
            <a:endParaRPr lang="en-US" altLang="zh-CN" sz="30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5A18C9E3-0F1A-A6F5-02AA-0B73FD93D1A3}"/>
              </a:ext>
            </a:extLst>
          </p:cNvPr>
          <p:cNvGrpSpPr/>
          <p:nvPr/>
        </p:nvGrpSpPr>
        <p:grpSpPr>
          <a:xfrm>
            <a:off x="8410800" y="1084440"/>
            <a:ext cx="3848402" cy="4960760"/>
            <a:chOff x="5508523" y="1278957"/>
            <a:chExt cx="3644609" cy="473014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1037E90-C543-B3BF-0515-994D952BA3AD}"/>
                </a:ext>
              </a:extLst>
            </p:cNvPr>
            <p:cNvSpPr/>
            <p:nvPr/>
          </p:nvSpPr>
          <p:spPr>
            <a:xfrm>
              <a:off x="5702071" y="4351910"/>
              <a:ext cx="1862032" cy="697546"/>
            </a:xfrm>
            <a:prstGeom prst="rect">
              <a:avLst/>
            </a:prstGeom>
            <a:noFill/>
            <a:ln w="28575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sz="32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条件代码</a:t>
              </a:r>
            </a:p>
          </p:txBody>
        </p:sp>
        <p:sp>
          <p:nvSpPr>
            <p:cNvPr id="5" name="菱形 4">
              <a:extLst>
                <a:ext uri="{FF2B5EF4-FFF2-40B4-BE49-F238E27FC236}">
                  <a16:creationId xmlns:a16="http://schemas.microsoft.com/office/drawing/2014/main" id="{BA4FF0D2-99F8-C708-CF13-E5A0FFB8E6B5}"/>
                </a:ext>
              </a:extLst>
            </p:cNvPr>
            <p:cNvSpPr/>
            <p:nvPr/>
          </p:nvSpPr>
          <p:spPr>
            <a:xfrm>
              <a:off x="5508523" y="2179273"/>
              <a:ext cx="2249129" cy="794052"/>
            </a:xfrm>
            <a:prstGeom prst="diamond">
              <a:avLst/>
            </a:prstGeom>
            <a:noFill/>
            <a:ln w="28575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sz="32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条件</a:t>
              </a: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8A9231CB-8B36-D956-749D-3500DCB1ABBA}"/>
                </a:ext>
              </a:extLst>
            </p:cNvPr>
            <p:cNvSpPr/>
            <p:nvPr/>
          </p:nvSpPr>
          <p:spPr>
            <a:xfrm>
              <a:off x="6478229" y="1278957"/>
              <a:ext cx="309716" cy="302341"/>
            </a:xfrm>
            <a:prstGeom prst="ellipse">
              <a:avLst/>
            </a:prstGeom>
            <a:solidFill>
              <a:schemeClr val="bg2">
                <a:lumMod val="85000"/>
                <a:lumOff val="15000"/>
              </a:schemeClr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CA97CB2-CA55-635A-316D-75D20462DAD1}"/>
                </a:ext>
              </a:extLst>
            </p:cNvPr>
            <p:cNvSpPr/>
            <p:nvPr/>
          </p:nvSpPr>
          <p:spPr>
            <a:xfrm>
              <a:off x="6478229" y="5706756"/>
              <a:ext cx="309716" cy="302341"/>
            </a:xfrm>
            <a:prstGeom prst="ellipse">
              <a:avLst/>
            </a:prstGeom>
            <a:solidFill>
              <a:schemeClr val="bg2">
                <a:lumMod val="85000"/>
                <a:lumOff val="15000"/>
              </a:schemeClr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4E680E97-53A0-EAF2-3C08-9F6913A69168}"/>
                </a:ext>
              </a:extLst>
            </p:cNvPr>
            <p:cNvCxnSpPr>
              <a:cxnSpLocks/>
              <a:stCxn id="6" idx="4"/>
              <a:endCxn id="5" idx="0"/>
            </p:cNvCxnSpPr>
            <p:nvPr/>
          </p:nvCxnSpPr>
          <p:spPr bwMode="auto">
            <a:xfrm>
              <a:off x="6633087" y="1581298"/>
              <a:ext cx="1" cy="597975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65F340BA-D08D-1954-B7A7-817880C6D73D}"/>
                </a:ext>
              </a:extLst>
            </p:cNvPr>
            <p:cNvCxnSpPr>
              <a:cxnSpLocks/>
              <a:stCxn id="35" idx="2"/>
              <a:endCxn id="4" idx="0"/>
            </p:cNvCxnSpPr>
            <p:nvPr/>
          </p:nvCxnSpPr>
          <p:spPr bwMode="auto">
            <a:xfrm>
              <a:off x="6631466" y="3831443"/>
              <a:ext cx="1620" cy="520466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1E23391E-E90F-AFF2-54B1-8BB505910B16}"/>
                </a:ext>
              </a:extLst>
            </p:cNvPr>
            <p:cNvCxnSpPr>
              <a:cxnSpLocks/>
              <a:stCxn id="4" idx="2"/>
              <a:endCxn id="7" idx="0"/>
            </p:cNvCxnSpPr>
            <p:nvPr/>
          </p:nvCxnSpPr>
          <p:spPr bwMode="auto">
            <a:xfrm>
              <a:off x="6633087" y="5049456"/>
              <a:ext cx="0" cy="657300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连接符: 肘形 25">
              <a:extLst>
                <a:ext uri="{FF2B5EF4-FFF2-40B4-BE49-F238E27FC236}">
                  <a16:creationId xmlns:a16="http://schemas.microsoft.com/office/drawing/2014/main" id="{9F03EEB3-00D9-CBE5-AB06-7796F691FF53}"/>
                </a:ext>
              </a:extLst>
            </p:cNvPr>
            <p:cNvCxnSpPr>
              <a:cxnSpLocks/>
              <a:stCxn id="38" idx="2"/>
              <a:endCxn id="7" idx="6"/>
            </p:cNvCxnSpPr>
            <p:nvPr/>
          </p:nvCxnSpPr>
          <p:spPr bwMode="auto">
            <a:xfrm rot="5400000">
              <a:off x="6738556" y="4259488"/>
              <a:ext cx="1647827" cy="1549049"/>
            </a:xfrm>
            <a:prstGeom prst="bentConnector2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连接符: 肘形 32">
              <a:extLst>
                <a:ext uri="{FF2B5EF4-FFF2-40B4-BE49-F238E27FC236}">
                  <a16:creationId xmlns:a16="http://schemas.microsoft.com/office/drawing/2014/main" id="{26DC0F8D-AC1F-F572-261D-8B536E7C5A01}"/>
                </a:ext>
              </a:extLst>
            </p:cNvPr>
            <p:cNvCxnSpPr>
              <a:cxnSpLocks/>
              <a:stCxn id="38" idx="0"/>
              <a:endCxn id="5" idx="3"/>
            </p:cNvCxnSpPr>
            <p:nvPr/>
          </p:nvCxnSpPr>
          <p:spPr bwMode="auto">
            <a:xfrm rot="16200000" flipV="1">
              <a:off x="7450524" y="2883428"/>
              <a:ext cx="1193599" cy="579341"/>
            </a:xfrm>
            <a:prstGeom prst="bentConnector2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2EEEDFF-3E0A-9377-5B2F-E37FF44321F2}"/>
                </a:ext>
              </a:extLst>
            </p:cNvPr>
            <p:cNvSpPr txBox="1"/>
            <p:nvPr/>
          </p:nvSpPr>
          <p:spPr>
            <a:xfrm>
              <a:off x="5856942" y="3391241"/>
              <a:ext cx="1549049" cy="440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CC"/>
                  </a:solidFill>
                  <a:latin typeface="+mn-ea"/>
                  <a:ea typeface="+mn-ea"/>
                </a:rPr>
                <a:t>满足条件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B76AD53-817B-D66B-BC02-0A5702D32E00}"/>
                </a:ext>
              </a:extLst>
            </p:cNvPr>
            <p:cNvSpPr txBox="1"/>
            <p:nvPr/>
          </p:nvSpPr>
          <p:spPr>
            <a:xfrm>
              <a:off x="7520854" y="3769897"/>
              <a:ext cx="1632278" cy="4402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0000CC"/>
                  </a:solidFill>
                  <a:latin typeface="+mn-ea"/>
                  <a:ea typeface="+mn-ea"/>
                </a:rPr>
                <a:t>不满足条件</a:t>
              </a:r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C5BE3EA-88A7-7B83-5447-842977E52C73}"/>
                </a:ext>
              </a:extLst>
            </p:cNvPr>
            <p:cNvCxnSpPr>
              <a:cxnSpLocks/>
              <a:stCxn id="5" idx="2"/>
              <a:endCxn id="35" idx="0"/>
            </p:cNvCxnSpPr>
            <p:nvPr/>
          </p:nvCxnSpPr>
          <p:spPr bwMode="auto">
            <a:xfrm flipH="1">
              <a:off x="6631466" y="2973324"/>
              <a:ext cx="1621" cy="417916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9205432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F6711-E464-5A33-E7D4-6D062796D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88A258D-7A8C-8AC1-5FCC-88DF62F72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1" y="8526"/>
            <a:ext cx="1045482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二、条件语句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FB9C93-210B-6ECD-FB6C-9E33E3F06F39}"/>
              </a:ext>
            </a:extLst>
          </p:cNvPr>
          <p:cNvSpPr txBox="1"/>
          <p:nvPr/>
        </p:nvSpPr>
        <p:spPr>
          <a:xfrm>
            <a:off x="392792" y="800688"/>
            <a:ext cx="6203951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zh-CN" altLang="en-US" sz="4000" b="1" dirty="0">
                <a:solidFill>
                  <a:srgbClr val="333333"/>
                </a:solidFill>
                <a:latin typeface="+mn-ea"/>
                <a:ea typeface="+mn-ea"/>
              </a:rPr>
              <a:t>条件判断表达式</a:t>
            </a:r>
            <a:endParaRPr lang="en-US" altLang="zh-CN" sz="40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布尔表达式与逻辑运算：</a:t>
            </a:r>
            <a:endParaRPr lang="en-US" altLang="zh-CN" sz="32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布尔值：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True/False</a:t>
            </a:r>
          </a:p>
          <a:p>
            <a:pPr algn="just"/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比较运算符：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==, !=, &gt;, &lt;…</a:t>
            </a:r>
          </a:p>
          <a:p>
            <a:pPr algn="just"/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逻辑运算符：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and, or, not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692DE4F-DFAC-1BCB-F1B8-2ADC0A2015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993"/>
          <a:stretch>
            <a:fillRect/>
          </a:stretch>
        </p:blipFill>
        <p:spPr>
          <a:xfrm>
            <a:off x="6289087" y="2837650"/>
            <a:ext cx="5679462" cy="151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3585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二、循环语句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247652" y="846748"/>
            <a:ext cx="7248978" cy="4985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1. 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概念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200000"/>
              </a:lnSpc>
            </a:pPr>
            <a:r>
              <a:rPr lang="zh-CN" altLang="zh-CN" sz="3000" dirty="0">
                <a:solidFill>
                  <a:srgbClr val="333333"/>
                </a:solidFill>
                <a:latin typeface="+mn-ea"/>
                <a:ea typeface="+mn-ea"/>
              </a:rPr>
              <a:t>循环语句 (Loop statement) 又称重复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语句</a:t>
            </a:r>
            <a:r>
              <a:rPr lang="zh-CN" altLang="zh-CN" sz="3000" dirty="0">
                <a:solidFill>
                  <a:srgbClr val="333333"/>
                </a:solidFill>
                <a:latin typeface="+mn-ea"/>
                <a:ea typeface="+mn-ea"/>
              </a:rPr>
              <a:t>，用于</a:t>
            </a:r>
            <a:r>
              <a:rPr lang="zh-CN" altLang="zh-CN" sz="3000" b="1" u="sng" dirty="0">
                <a:solidFill>
                  <a:srgbClr val="333333"/>
                </a:solidFill>
                <a:latin typeface="+mn-ea"/>
                <a:ea typeface="+mn-ea"/>
              </a:rPr>
              <a:t>反复执行</a:t>
            </a:r>
            <a:r>
              <a:rPr lang="zh-CN" altLang="en-US" sz="3000" b="1" u="sng" dirty="0">
                <a:solidFill>
                  <a:srgbClr val="333333"/>
                </a:solidFill>
                <a:latin typeface="+mn-ea"/>
                <a:ea typeface="+mn-ea"/>
              </a:rPr>
              <a:t>某种</a:t>
            </a:r>
            <a:r>
              <a:rPr lang="zh-CN" altLang="zh-CN" sz="3000" b="1" u="sng" dirty="0">
                <a:solidFill>
                  <a:srgbClr val="333333"/>
                </a:solidFill>
                <a:latin typeface="+mn-ea"/>
                <a:ea typeface="+mn-ea"/>
              </a:rPr>
              <a:t>操作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。循环语句一般都与条件控制语句搭配使用，根据判断条件的返回值，决定是否执行循环体。</a:t>
            </a:r>
            <a:endParaRPr lang="en-US" altLang="zh-CN" sz="30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860310E-A2A6-8DC0-9871-1DC78B0851BB}"/>
              </a:ext>
            </a:extLst>
          </p:cNvPr>
          <p:cNvGrpSpPr/>
          <p:nvPr/>
        </p:nvGrpSpPr>
        <p:grpSpPr>
          <a:xfrm>
            <a:off x="8360230" y="1226785"/>
            <a:ext cx="3955143" cy="4745843"/>
            <a:chOff x="5682075" y="1829379"/>
            <a:chExt cx="3247180" cy="33865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C2FDB18-72FD-634A-5DA0-E9367156C8A6}"/>
                </a:ext>
              </a:extLst>
            </p:cNvPr>
            <p:cNvSpPr/>
            <p:nvPr/>
          </p:nvSpPr>
          <p:spPr>
            <a:xfrm>
              <a:off x="5682075" y="2316719"/>
              <a:ext cx="2083886" cy="815573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循环条件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036FB50-34EA-A237-E4CA-F0BE8F02293B}"/>
                </a:ext>
              </a:extLst>
            </p:cNvPr>
            <p:cNvSpPr/>
            <p:nvPr/>
          </p:nvSpPr>
          <p:spPr>
            <a:xfrm>
              <a:off x="5682075" y="3565969"/>
              <a:ext cx="2083886" cy="815573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循环体</a:t>
              </a: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3F16E751-D6D1-8166-7B23-5C0684B1A6B8}"/>
                </a:ext>
              </a:extLst>
            </p:cNvPr>
            <p:cNvCxnSpPr>
              <a:stCxn id="5" idx="2"/>
              <a:endCxn id="6" idx="0"/>
            </p:cNvCxnSpPr>
            <p:nvPr/>
          </p:nvCxnSpPr>
          <p:spPr bwMode="auto">
            <a:xfrm>
              <a:off x="6724018" y="3132292"/>
              <a:ext cx="0" cy="433677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86059AD7-7202-DBA6-503E-D1311CDDB2A8}"/>
                </a:ext>
              </a:extLst>
            </p:cNvPr>
            <p:cNvCxnSpPr>
              <a:cxnSpLocks/>
              <a:endCxn id="5" idx="0"/>
            </p:cNvCxnSpPr>
            <p:nvPr/>
          </p:nvCxnSpPr>
          <p:spPr bwMode="auto">
            <a:xfrm>
              <a:off x="6724018" y="1829379"/>
              <a:ext cx="0" cy="487340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连接符: 肘形 12">
              <a:extLst>
                <a:ext uri="{FF2B5EF4-FFF2-40B4-BE49-F238E27FC236}">
                  <a16:creationId xmlns:a16="http://schemas.microsoft.com/office/drawing/2014/main" id="{A1BA7944-2524-D182-5B72-8A4AA3E00F8F}"/>
                </a:ext>
              </a:extLst>
            </p:cNvPr>
            <p:cNvCxnSpPr>
              <a:cxnSpLocks/>
              <a:stCxn id="5" idx="3"/>
            </p:cNvCxnSpPr>
            <p:nvPr/>
          </p:nvCxnSpPr>
          <p:spPr bwMode="auto">
            <a:xfrm>
              <a:off x="7765961" y="2724506"/>
              <a:ext cx="264016" cy="2491438"/>
            </a:xfrm>
            <a:prstGeom prst="bentConnector2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连接符: 肘形 13">
              <a:extLst>
                <a:ext uri="{FF2B5EF4-FFF2-40B4-BE49-F238E27FC236}">
                  <a16:creationId xmlns:a16="http://schemas.microsoft.com/office/drawing/2014/main" id="{5D72AB84-0978-5B82-1032-E381A6B23A45}"/>
                </a:ext>
              </a:extLst>
            </p:cNvPr>
            <p:cNvCxnSpPr>
              <a:cxnSpLocks/>
              <a:stCxn id="6" idx="2"/>
              <a:endCxn id="5" idx="1"/>
            </p:cNvCxnSpPr>
            <p:nvPr/>
          </p:nvCxnSpPr>
          <p:spPr bwMode="auto">
            <a:xfrm rot="5400000" flipH="1">
              <a:off x="5374529" y="3032053"/>
              <a:ext cx="1657036" cy="1041943"/>
            </a:xfrm>
            <a:prstGeom prst="bentConnector4">
              <a:avLst>
                <a:gd name="adj1" fmla="val -13796"/>
                <a:gd name="adj2" fmla="val 124412"/>
              </a:avLst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2D80ACF-3D26-2E94-9688-EC532DAADAC0}"/>
                </a:ext>
              </a:extLst>
            </p:cNvPr>
            <p:cNvSpPr txBox="1"/>
            <p:nvPr/>
          </p:nvSpPr>
          <p:spPr>
            <a:xfrm>
              <a:off x="8024327" y="3429000"/>
              <a:ext cx="9049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2"/>
                  </a:solidFill>
                  <a:latin typeface="+mj-ea"/>
                  <a:ea typeface="+mj-ea"/>
                </a:rPr>
                <a:t>False</a:t>
              </a:r>
              <a:endParaRPr lang="zh-CN" altLang="en-US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66E5F04-BF75-2A37-322C-D7169B736A22}"/>
                </a:ext>
              </a:extLst>
            </p:cNvPr>
            <p:cNvSpPr txBox="1"/>
            <p:nvPr/>
          </p:nvSpPr>
          <p:spPr>
            <a:xfrm>
              <a:off x="6756212" y="3118365"/>
              <a:ext cx="10419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dirty="0">
                  <a:solidFill>
                    <a:schemeClr val="bg2"/>
                  </a:solidFill>
                  <a:latin typeface="+mj-ea"/>
                  <a:ea typeface="+mj-ea"/>
                </a:rPr>
                <a:t>True</a:t>
              </a:r>
              <a:endParaRPr lang="zh-CN" altLang="en-US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01272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4450" y="8526"/>
            <a:ext cx="10492923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二、循环语句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266704" y="846749"/>
            <a:ext cx="7799874" cy="5458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2. 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概念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Python 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中的循环语句包括 </a:t>
            </a:r>
            <a:r>
              <a:rPr lang="en-US" altLang="zh-CN" sz="3000" b="1" u="sng" dirty="0">
                <a:solidFill>
                  <a:srgbClr val="333333"/>
                </a:solidFill>
                <a:latin typeface="+mn-ea"/>
                <a:ea typeface="+mn-ea"/>
              </a:rPr>
              <a:t>while </a:t>
            </a:r>
            <a:r>
              <a:rPr lang="zh-CN" altLang="en-US" sz="3000" b="1" u="sng" dirty="0">
                <a:solidFill>
                  <a:srgbClr val="333333"/>
                </a:solidFill>
                <a:latin typeface="+mn-ea"/>
                <a:ea typeface="+mn-ea"/>
              </a:rPr>
              <a:t>循环 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与 </a:t>
            </a:r>
            <a:r>
              <a:rPr lang="en-US" altLang="zh-CN" sz="3000" b="1" u="sng" dirty="0">
                <a:solidFill>
                  <a:srgbClr val="333333"/>
                </a:solidFill>
                <a:latin typeface="+mn-ea"/>
                <a:ea typeface="+mn-ea"/>
              </a:rPr>
              <a:t>for </a:t>
            </a:r>
            <a:r>
              <a:rPr lang="zh-CN" altLang="en-US" sz="3000" b="1" u="sng" dirty="0">
                <a:solidFill>
                  <a:srgbClr val="333333"/>
                </a:solidFill>
                <a:latin typeface="+mn-ea"/>
                <a:ea typeface="+mn-ea"/>
              </a:rPr>
              <a:t>循环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，</a:t>
            </a:r>
            <a:r>
              <a:rPr lang="zh-CN" altLang="en-US" sz="3000" u="sng" dirty="0">
                <a:solidFill>
                  <a:srgbClr val="333333"/>
                </a:solidFill>
                <a:latin typeface="+mn-ea"/>
                <a:ea typeface="+mn-ea"/>
              </a:rPr>
              <a:t>前者通过判断是否满足特定条件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，以决定是否重复执行某种操作；</a:t>
            </a:r>
            <a:r>
              <a:rPr lang="zh-CN" altLang="en-US" sz="3000" u="sng" dirty="0">
                <a:solidFill>
                  <a:srgbClr val="333333"/>
                </a:solidFill>
                <a:latin typeface="+mn-ea"/>
                <a:ea typeface="+mn-ea"/>
              </a:rPr>
              <a:t>后者采用遍历的形式反复执行某种操作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。</a:t>
            </a:r>
            <a:endParaRPr lang="en-US" altLang="zh-CN" sz="30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为了更加灵活的控制循环语句，</a:t>
            </a: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Python 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中还提供了</a:t>
            </a:r>
            <a:r>
              <a:rPr lang="en-US" altLang="zh-CN" sz="3000" b="1" u="sng" dirty="0">
                <a:solidFill>
                  <a:srgbClr val="333333"/>
                </a:solidFill>
                <a:latin typeface="+mn-ea"/>
                <a:ea typeface="+mn-ea"/>
              </a:rPr>
              <a:t>break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3000" b="1" u="sng" dirty="0">
                <a:solidFill>
                  <a:srgbClr val="333333"/>
                </a:solidFill>
                <a:latin typeface="+mn-ea"/>
                <a:ea typeface="+mn-ea"/>
              </a:rPr>
              <a:t>continue</a:t>
            </a: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等语句。</a:t>
            </a:r>
            <a:endParaRPr lang="en-US" altLang="zh-CN" sz="30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D052DDC4-3246-1B3C-EF34-66067440EA89}"/>
              </a:ext>
            </a:extLst>
          </p:cNvPr>
          <p:cNvGrpSpPr/>
          <p:nvPr/>
        </p:nvGrpSpPr>
        <p:grpSpPr>
          <a:xfrm>
            <a:off x="8715829" y="3839881"/>
            <a:ext cx="3362785" cy="2872975"/>
            <a:chOff x="6403973" y="3976512"/>
            <a:chExt cx="2740027" cy="2261409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8162FAEB-1DB7-D845-F638-5C533CF6E59C}"/>
                </a:ext>
              </a:extLst>
            </p:cNvPr>
            <p:cNvSpPr/>
            <p:nvPr/>
          </p:nvSpPr>
          <p:spPr>
            <a:xfrm>
              <a:off x="7082107" y="3976512"/>
              <a:ext cx="234896" cy="236873"/>
            </a:xfrm>
            <a:prstGeom prst="ellipse">
              <a:avLst/>
            </a:prstGeom>
            <a:solidFill>
              <a:srgbClr val="00B050"/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菱形 9">
              <a:extLst>
                <a:ext uri="{FF2B5EF4-FFF2-40B4-BE49-F238E27FC236}">
                  <a16:creationId xmlns:a16="http://schemas.microsoft.com/office/drawing/2014/main" id="{BE46F00D-C7DD-34BC-73D6-15DDDB072029}"/>
                </a:ext>
              </a:extLst>
            </p:cNvPr>
            <p:cNvSpPr/>
            <p:nvPr/>
          </p:nvSpPr>
          <p:spPr>
            <a:xfrm>
              <a:off x="6403973" y="4575722"/>
              <a:ext cx="1591159" cy="634922"/>
            </a:xfrm>
            <a:prstGeom prst="diamond">
              <a:avLst/>
            </a:prstGeom>
            <a:solidFill>
              <a:srgbClr val="CC6600"/>
            </a:solidFill>
          </p:spPr>
          <p:txBody>
            <a:bodyPr wrap="square" lIns="0" rtlCol="0" anchor="ctr">
              <a:noAutofit/>
            </a:bodyPr>
            <a:lstStyle/>
            <a:p>
              <a:r>
                <a:rPr lang="en-US" altLang="zh-CN" sz="1800" b="1" dirty="0">
                  <a:latin typeface="微软雅黑" pitchFamily="34" charset="-122"/>
                  <a:ea typeface="微软雅黑" pitchFamily="34" charset="-122"/>
                </a:rPr>
                <a:t>For</a:t>
              </a:r>
              <a:r>
                <a:rPr lang="zh-CN" altLang="en-US" sz="1800" b="1" dirty="0">
                  <a:latin typeface="微软雅黑" pitchFamily="34" charset="-122"/>
                  <a:ea typeface="微软雅黑" pitchFamily="34" charset="-122"/>
                </a:rPr>
                <a:t>元素集</a:t>
              </a: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62B46BB3-AC68-F2FA-DD5C-53019AF569CD}"/>
                </a:ext>
              </a:extLst>
            </p:cNvPr>
            <p:cNvSpPr/>
            <p:nvPr/>
          </p:nvSpPr>
          <p:spPr>
            <a:xfrm>
              <a:off x="6553200" y="5489886"/>
              <a:ext cx="1292709" cy="552344"/>
            </a:xfrm>
            <a:prstGeom prst="roundRect">
              <a:avLst/>
            </a:prstGeom>
            <a:solidFill>
              <a:srgbClr val="CC6600"/>
            </a:solidFill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sz="1800" b="1" dirty="0">
                  <a:latin typeface="微软雅黑" pitchFamily="34" charset="-122"/>
                  <a:ea typeface="微软雅黑" pitchFamily="34" charset="-122"/>
                </a:rPr>
                <a:t>循环体</a:t>
              </a: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700E8035-BBF4-301A-68AF-CF1F38D576CA}"/>
                </a:ext>
              </a:extLst>
            </p:cNvPr>
            <p:cNvSpPr/>
            <p:nvPr/>
          </p:nvSpPr>
          <p:spPr>
            <a:xfrm>
              <a:off x="8138900" y="6001048"/>
              <a:ext cx="234896" cy="236873"/>
            </a:xfrm>
            <a:prstGeom prst="ellipse">
              <a:avLst/>
            </a:prstGeom>
            <a:solidFill>
              <a:srgbClr val="00B050"/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14A08140-4680-F675-00A2-3A0814E05D4B}"/>
                </a:ext>
              </a:extLst>
            </p:cNvPr>
            <p:cNvCxnSpPr>
              <a:cxnSpLocks/>
              <a:stCxn id="9" idx="4"/>
              <a:endCxn id="10" idx="0"/>
            </p:cNvCxnSpPr>
            <p:nvPr/>
          </p:nvCxnSpPr>
          <p:spPr bwMode="auto">
            <a:xfrm flipH="1">
              <a:off x="7199554" y="4213385"/>
              <a:ext cx="2" cy="362337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5D16E459-F446-67C7-181E-76EBEB653C8E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 bwMode="auto">
            <a:xfrm>
              <a:off x="7199554" y="5210643"/>
              <a:ext cx="0" cy="279243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连接符: 肘形 35">
              <a:extLst>
                <a:ext uri="{FF2B5EF4-FFF2-40B4-BE49-F238E27FC236}">
                  <a16:creationId xmlns:a16="http://schemas.microsoft.com/office/drawing/2014/main" id="{E5B2402E-DE4E-F422-25D2-25202BA3C25B}"/>
                </a:ext>
              </a:extLst>
            </p:cNvPr>
            <p:cNvCxnSpPr>
              <a:cxnSpLocks/>
              <a:stCxn id="11" idx="1"/>
              <a:endCxn id="10" idx="1"/>
            </p:cNvCxnSpPr>
            <p:nvPr/>
          </p:nvCxnSpPr>
          <p:spPr bwMode="auto">
            <a:xfrm rot="10800000">
              <a:off x="6403976" y="4893183"/>
              <a:ext cx="149225" cy="872875"/>
            </a:xfrm>
            <a:prstGeom prst="bentConnector3">
              <a:avLst>
                <a:gd name="adj1" fmla="val 227364"/>
              </a:avLst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连接符: 肘形 38">
              <a:extLst>
                <a:ext uri="{FF2B5EF4-FFF2-40B4-BE49-F238E27FC236}">
                  <a16:creationId xmlns:a16="http://schemas.microsoft.com/office/drawing/2014/main" id="{61DBB9C8-0742-DE75-2284-9749A2EDC28B}"/>
                </a:ext>
              </a:extLst>
            </p:cNvPr>
            <p:cNvCxnSpPr>
              <a:cxnSpLocks/>
              <a:stCxn id="10" idx="3"/>
              <a:endCxn id="27" idx="0"/>
            </p:cNvCxnSpPr>
            <p:nvPr/>
          </p:nvCxnSpPr>
          <p:spPr bwMode="auto">
            <a:xfrm>
              <a:off x="7995134" y="4893183"/>
              <a:ext cx="261215" cy="1107866"/>
            </a:xfrm>
            <a:prstGeom prst="bentConnector2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80844747-4223-E5D6-BA2D-0FB6AC328F13}"/>
                </a:ext>
              </a:extLst>
            </p:cNvPr>
            <p:cNvSpPr txBox="1"/>
            <p:nvPr/>
          </p:nvSpPr>
          <p:spPr>
            <a:xfrm>
              <a:off x="7336023" y="5078882"/>
              <a:ext cx="622925" cy="33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bg2"/>
                  </a:solidFill>
                  <a:latin typeface="+mj-ea"/>
                  <a:ea typeface="+mj-ea"/>
                </a:rPr>
                <a:t>True</a:t>
              </a:r>
              <a:endParaRPr lang="zh-CN" altLang="en-US" sz="2000" b="1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122F7816-63C3-0C27-C6D9-25ECD9FE7520}"/>
                </a:ext>
              </a:extLst>
            </p:cNvPr>
            <p:cNvSpPr txBox="1"/>
            <p:nvPr/>
          </p:nvSpPr>
          <p:spPr>
            <a:xfrm>
              <a:off x="8256348" y="5030733"/>
              <a:ext cx="887652" cy="33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bg2"/>
                  </a:solidFill>
                  <a:latin typeface="+mj-ea"/>
                  <a:ea typeface="+mj-ea"/>
                </a:rPr>
                <a:t>False</a:t>
              </a:r>
              <a:endParaRPr lang="zh-CN" altLang="en-US" sz="2000" b="1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101DF4CB-7B32-BCB3-1A3A-C0474FF7E7D3}"/>
              </a:ext>
            </a:extLst>
          </p:cNvPr>
          <p:cNvGrpSpPr/>
          <p:nvPr/>
        </p:nvGrpSpPr>
        <p:grpSpPr>
          <a:xfrm>
            <a:off x="8677033" y="975436"/>
            <a:ext cx="3354726" cy="2947999"/>
            <a:chOff x="6403976" y="1174766"/>
            <a:chExt cx="2731971" cy="2319278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A4E97B50-99B3-64F9-20FA-EDF26F766881}"/>
                </a:ext>
              </a:extLst>
            </p:cNvPr>
            <p:cNvSpPr/>
            <p:nvPr/>
          </p:nvSpPr>
          <p:spPr>
            <a:xfrm>
              <a:off x="7074053" y="1174766"/>
              <a:ext cx="251003" cy="253470"/>
            </a:xfrm>
            <a:prstGeom prst="ellipse">
              <a:avLst/>
            </a:prstGeom>
            <a:solidFill>
              <a:srgbClr val="00B050"/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D58DAA6B-887B-6F89-A2C9-15246563EB02}"/>
                </a:ext>
              </a:extLst>
            </p:cNvPr>
            <p:cNvSpPr/>
            <p:nvPr/>
          </p:nvSpPr>
          <p:spPr>
            <a:xfrm>
              <a:off x="6403976" y="1695075"/>
              <a:ext cx="1591158" cy="634922"/>
            </a:xfrm>
            <a:prstGeom prst="diamond">
              <a:avLst/>
            </a:prstGeom>
            <a:solidFill>
              <a:srgbClr val="CC6600"/>
            </a:solidFill>
          </p:spPr>
          <p:txBody>
            <a:bodyPr wrap="square" lIns="0" rtlCol="0" anchor="ctr">
              <a:noAutofit/>
            </a:bodyPr>
            <a:lstStyle/>
            <a:p>
              <a:r>
                <a:rPr lang="en-US" altLang="zh-CN" sz="1800" b="1" dirty="0">
                  <a:latin typeface="微软雅黑" pitchFamily="34" charset="-122"/>
                  <a:ea typeface="微软雅黑" pitchFamily="34" charset="-122"/>
                </a:rPr>
                <a:t>while </a:t>
              </a:r>
              <a:r>
                <a:rPr lang="zh-CN" altLang="en-US" sz="1800" b="1" dirty="0">
                  <a:latin typeface="微软雅黑" pitchFamily="34" charset="-122"/>
                  <a:ea typeface="微软雅黑" pitchFamily="34" charset="-122"/>
                </a:rPr>
                <a:t>条件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E82DCEB7-44E4-078A-D7EF-C5910A9FD071}"/>
                </a:ext>
              </a:extLst>
            </p:cNvPr>
            <p:cNvSpPr/>
            <p:nvPr/>
          </p:nvSpPr>
          <p:spPr>
            <a:xfrm>
              <a:off x="6553200" y="2706668"/>
              <a:ext cx="1292709" cy="533906"/>
            </a:xfrm>
            <a:prstGeom prst="roundRect">
              <a:avLst/>
            </a:prstGeom>
            <a:solidFill>
              <a:srgbClr val="CC6600"/>
            </a:solidFill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sz="1800" b="1" dirty="0">
                  <a:latin typeface="微软雅黑" pitchFamily="34" charset="-122"/>
                  <a:ea typeface="微软雅黑" pitchFamily="34" charset="-122"/>
                </a:rPr>
                <a:t>循环体</a:t>
              </a: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41C280EC-69EA-9868-7549-41CE5E3241E0}"/>
                </a:ext>
              </a:extLst>
            </p:cNvPr>
            <p:cNvSpPr/>
            <p:nvPr/>
          </p:nvSpPr>
          <p:spPr>
            <a:xfrm>
              <a:off x="8122793" y="3240574"/>
              <a:ext cx="251003" cy="253470"/>
            </a:xfrm>
            <a:prstGeom prst="ellipse">
              <a:avLst/>
            </a:prstGeom>
            <a:solidFill>
              <a:srgbClr val="00B050"/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61AE5B61-75AA-22F6-8BEC-F1C54F8EB53D}"/>
                </a:ext>
              </a:extLst>
            </p:cNvPr>
            <p:cNvCxnSpPr>
              <a:cxnSpLocks/>
              <a:stCxn id="6" idx="4"/>
              <a:endCxn id="7" idx="0"/>
            </p:cNvCxnSpPr>
            <p:nvPr/>
          </p:nvCxnSpPr>
          <p:spPr bwMode="auto">
            <a:xfrm>
              <a:off x="7199555" y="1428236"/>
              <a:ext cx="0" cy="266839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8A1D1A88-5A81-6790-4308-4037292255C4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 bwMode="auto">
            <a:xfrm flipH="1">
              <a:off x="7199555" y="2329997"/>
              <a:ext cx="1" cy="376671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连接符: 肘形 23">
              <a:extLst>
                <a:ext uri="{FF2B5EF4-FFF2-40B4-BE49-F238E27FC236}">
                  <a16:creationId xmlns:a16="http://schemas.microsoft.com/office/drawing/2014/main" id="{877973F6-C933-8190-2AE1-0677CB902644}"/>
                </a:ext>
              </a:extLst>
            </p:cNvPr>
            <p:cNvCxnSpPr>
              <a:cxnSpLocks/>
              <a:stCxn id="7" idx="3"/>
              <a:endCxn id="14" idx="0"/>
            </p:cNvCxnSpPr>
            <p:nvPr/>
          </p:nvCxnSpPr>
          <p:spPr bwMode="auto">
            <a:xfrm>
              <a:off x="7995134" y="2012536"/>
              <a:ext cx="253161" cy="1228038"/>
            </a:xfrm>
            <a:prstGeom prst="bentConnector2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连接符: 肘形 25">
              <a:extLst>
                <a:ext uri="{FF2B5EF4-FFF2-40B4-BE49-F238E27FC236}">
                  <a16:creationId xmlns:a16="http://schemas.microsoft.com/office/drawing/2014/main" id="{0B486635-09B9-729E-1E44-521F1411C510}"/>
                </a:ext>
              </a:extLst>
            </p:cNvPr>
            <p:cNvCxnSpPr>
              <a:cxnSpLocks/>
              <a:stCxn id="8" idx="1"/>
              <a:endCxn id="7" idx="1"/>
            </p:cNvCxnSpPr>
            <p:nvPr/>
          </p:nvCxnSpPr>
          <p:spPr bwMode="auto">
            <a:xfrm rot="10800000">
              <a:off x="6403977" y="2012536"/>
              <a:ext cx="149224" cy="961085"/>
            </a:xfrm>
            <a:prstGeom prst="bentConnector3">
              <a:avLst>
                <a:gd name="adj1" fmla="val 227302"/>
              </a:avLst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EF1C49CF-030C-5275-F084-AE5321095BD6}"/>
                </a:ext>
              </a:extLst>
            </p:cNvPr>
            <p:cNvSpPr txBox="1"/>
            <p:nvPr/>
          </p:nvSpPr>
          <p:spPr>
            <a:xfrm>
              <a:off x="7274492" y="2318173"/>
              <a:ext cx="622616" cy="341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bg2"/>
                  </a:solidFill>
                  <a:latin typeface="+mj-ea"/>
                  <a:ea typeface="+mj-ea"/>
                </a:rPr>
                <a:t>True</a:t>
              </a:r>
              <a:endParaRPr lang="zh-CN" altLang="en-US" sz="2000" b="1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BD30DFD6-20AA-FDC8-B2BA-6721A1FB1445}"/>
                </a:ext>
              </a:extLst>
            </p:cNvPr>
            <p:cNvSpPr txBox="1"/>
            <p:nvPr/>
          </p:nvSpPr>
          <p:spPr>
            <a:xfrm>
              <a:off x="8248294" y="2312540"/>
              <a:ext cx="887653" cy="341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bg2"/>
                  </a:solidFill>
                  <a:latin typeface="+mj-ea"/>
                  <a:ea typeface="+mj-ea"/>
                </a:rPr>
                <a:t>False</a:t>
              </a:r>
              <a:endParaRPr lang="zh-CN" altLang="en-US" sz="2000" b="1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934507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2" y="3868892"/>
            <a:ext cx="116707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三、函数与模块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590120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96592" y="846749"/>
            <a:ext cx="59994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AutoNum type="arabicPeriod"/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函数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为什么要有函数？</a:t>
            </a:r>
            <a:endParaRPr lang="en-US" altLang="zh-CN" sz="32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05599-F767-1D4A-7A1E-F5482318851B}"/>
              </a:ext>
            </a:extLst>
          </p:cNvPr>
          <p:cNvSpPr txBox="1"/>
          <p:nvPr/>
        </p:nvSpPr>
        <p:spPr>
          <a:xfrm>
            <a:off x="167425" y="2393799"/>
            <a:ext cx="6326681" cy="3032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代码复用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zh-CN" altLang="en-US" sz="2800" u="sng" dirty="0">
                <a:solidFill>
                  <a:schemeClr val="bg2"/>
                </a:solidFill>
                <a:latin typeface="+mn-ea"/>
                <a:ea typeface="+mn-ea"/>
              </a:rPr>
              <a:t>避免重复代码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（对比有无函数的代码量）</a:t>
            </a: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逻辑封装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：隐藏实现细节，提升可读性</a:t>
            </a: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模块化设计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：分治思想解决复杂问题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E18CFE-79D6-6452-B9AD-80E68D47A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26" y="1268794"/>
            <a:ext cx="5076380" cy="507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3190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BCA41-C79F-D50F-5BDF-59F372C1C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0054C84-A7DB-95A0-368B-8468B05EE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7F650C-D6A5-2A28-2193-4BDEAA5F1FAE}"/>
              </a:ext>
            </a:extLst>
          </p:cNvPr>
          <p:cNvSpPr txBox="1"/>
          <p:nvPr/>
        </p:nvSpPr>
        <p:spPr>
          <a:xfrm>
            <a:off x="328412" y="1679426"/>
            <a:ext cx="6265572" cy="369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函数是组织好的，可重复使用的，用来实现单一，或相关联功能的代码块。函数包括声明</a:t>
            </a:r>
            <a:r>
              <a:rPr lang="zh-CN" altLang="en-US" sz="3200" b="1" u="sng" dirty="0">
                <a:solidFill>
                  <a:srgbClr val="FF0000"/>
                </a:solidFill>
                <a:latin typeface="+mn-ea"/>
                <a:ea typeface="+mn-ea"/>
              </a:rPr>
              <a:t>关键字、函数名、函数体、返回值、参数</a:t>
            </a:r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五部分。</a:t>
            </a:r>
            <a:endParaRPr lang="en-US" altLang="zh-CN" sz="32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7EA321-7060-7FBC-0110-A92F708D84F4}"/>
              </a:ext>
            </a:extLst>
          </p:cNvPr>
          <p:cNvSpPr txBox="1"/>
          <p:nvPr/>
        </p:nvSpPr>
        <p:spPr>
          <a:xfrm>
            <a:off x="1144193" y="5622394"/>
            <a:ext cx="9903614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作用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：函数能提高我们程序的模块性与代码的重复利用率。</a:t>
            </a:r>
          </a:p>
        </p:txBody>
      </p:sp>
      <p:pic>
        <p:nvPicPr>
          <p:cNvPr id="6" name="Picture 5" descr="A black background with white and green writing&#10;&#10;AI-generated content may be incorrect.">
            <a:extLst>
              <a:ext uri="{FF2B5EF4-FFF2-40B4-BE49-F238E27FC236}">
                <a16:creationId xmlns:a16="http://schemas.microsoft.com/office/drawing/2014/main" id="{DCF3723A-4CCC-F4E4-4E30-039450E8E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522" y="2199824"/>
            <a:ext cx="5162066" cy="279717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BBA420E-12F9-A29E-14CB-E950F779FCD8}"/>
              </a:ext>
            </a:extLst>
          </p:cNvPr>
          <p:cNvSpPr txBox="1"/>
          <p:nvPr/>
        </p:nvSpPr>
        <p:spPr>
          <a:xfrm>
            <a:off x="328412" y="854007"/>
            <a:ext cx="6150428" cy="825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函数概念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173405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1C16E-EDB4-E193-2C7D-5F81CE5C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3F6E130-41A8-D5C5-30C0-18A02127E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8FC523-CC19-B56A-03E8-4B1295A5B44F}"/>
              </a:ext>
            </a:extLst>
          </p:cNvPr>
          <p:cNvSpPr txBox="1"/>
          <p:nvPr/>
        </p:nvSpPr>
        <p:spPr>
          <a:xfrm>
            <a:off x="438671" y="1215683"/>
            <a:ext cx="5355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6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内置函数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767467-845C-C150-F7FD-964D2DBA8DF2}"/>
              </a:ext>
            </a:extLst>
          </p:cNvPr>
          <p:cNvSpPr txBox="1"/>
          <p:nvPr/>
        </p:nvSpPr>
        <p:spPr>
          <a:xfrm>
            <a:off x="928179" y="2277009"/>
            <a:ext cx="10850163" cy="336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print(),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   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Input(),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range(),         type()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， </a:t>
            </a:r>
            <a:endParaRPr lang="en-US" altLang="zh-CN" sz="40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float(),   int(),       enumerate(), list(), </a:t>
            </a:r>
          </a:p>
          <a:p>
            <a:pPr algn="just">
              <a:lnSpc>
                <a:spcPct val="150000"/>
              </a:lnSpc>
            </a:pPr>
            <a:r>
              <a:rPr lang="en-US" altLang="zh-CN" sz="4000" b="1" dirty="0" err="1">
                <a:solidFill>
                  <a:schemeClr val="bg1"/>
                </a:solidFill>
                <a:latin typeface="+mn-ea"/>
                <a:ea typeface="+mn-ea"/>
              </a:rPr>
              <a:t>len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(),      abs(),      round(),        zip()</a:t>
            </a:r>
            <a:endParaRPr lang="en-CN" altLang="zh-CN" sz="4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9033116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CD30D-0F5D-EF46-4DE7-92C4B826D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43785E7-C92C-7536-CEE1-325362310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模块与包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D9B7FF-E4E2-4679-CAF2-ED6C24B5BA13}"/>
              </a:ext>
            </a:extLst>
          </p:cNvPr>
          <p:cNvSpPr txBox="1"/>
          <p:nvPr/>
        </p:nvSpPr>
        <p:spPr>
          <a:xfrm>
            <a:off x="300396" y="978975"/>
            <a:ext cx="6225816" cy="5539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模块概念</a:t>
            </a:r>
            <a:r>
              <a:rPr lang="zh-CN" altLang="en-US" sz="3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为了编写可重复使用的代码，通常把代码按功能分类，分别放在不同的</a:t>
            </a:r>
            <a:r>
              <a:rPr lang="en-US" altLang="zh-CN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en-US" altLang="zh-CN" sz="3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</a:t>
            </a:r>
            <a:r>
              <a:rPr lang="zh-CN" alt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文件里，使得单个文件中代码相对较少。该</a:t>
            </a:r>
            <a:r>
              <a:rPr lang="en-US" altLang="zh-CN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en-US" sz="3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</a:t>
            </a:r>
            <a:r>
              <a:rPr lang="zh-CN" alt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文件就称之为一个模块 （</a:t>
            </a:r>
            <a:r>
              <a:rPr 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module）。</a:t>
            </a:r>
            <a:r>
              <a:rPr lang="zh-CN" alt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模块可包含函数，类和变量。</a:t>
            </a:r>
            <a:endParaRPr lang="en-US" altLang="zh-CN" sz="3400" b="1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634F49E-FF07-A664-8A5E-05AFA1967718}"/>
              </a:ext>
            </a:extLst>
          </p:cNvPr>
          <p:cNvGrpSpPr/>
          <p:nvPr/>
        </p:nvGrpSpPr>
        <p:grpSpPr>
          <a:xfrm>
            <a:off x="6661146" y="1389628"/>
            <a:ext cx="5380549" cy="5075343"/>
            <a:chOff x="6980461" y="1346085"/>
            <a:chExt cx="5380549" cy="5075343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218578E-CA0A-9C5C-9F91-A4863967C81D}"/>
                </a:ext>
              </a:extLst>
            </p:cNvPr>
            <p:cNvGrpSpPr/>
            <p:nvPr/>
          </p:nvGrpSpPr>
          <p:grpSpPr>
            <a:xfrm>
              <a:off x="7097485" y="1346085"/>
              <a:ext cx="5172526" cy="4581270"/>
              <a:chOff x="4911219" y="2293825"/>
              <a:chExt cx="4220421" cy="4255083"/>
            </a:xfrm>
          </p:grpSpPr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9ABBEE5A-6CE2-4962-BB31-CCA22F395E97}"/>
                  </a:ext>
                </a:extLst>
              </p:cNvPr>
              <p:cNvGrpSpPr/>
              <p:nvPr/>
            </p:nvGrpSpPr>
            <p:grpSpPr>
              <a:xfrm>
                <a:off x="4911219" y="2293825"/>
                <a:ext cx="1227786" cy="880817"/>
                <a:chOff x="4916892" y="2293825"/>
                <a:chExt cx="1521854" cy="1030310"/>
              </a:xfrm>
            </p:grpSpPr>
            <p:sp>
              <p:nvSpPr>
                <p:cNvPr id="22" name="流程图: 文档 21">
                  <a:extLst>
                    <a:ext uri="{FF2B5EF4-FFF2-40B4-BE49-F238E27FC236}">
                      <a16:creationId xmlns:a16="http://schemas.microsoft.com/office/drawing/2014/main" id="{F50E73A3-1F20-2D86-ADE6-7E1017055533}"/>
                    </a:ext>
                  </a:extLst>
                </p:cNvPr>
                <p:cNvSpPr/>
                <p:nvPr/>
              </p:nvSpPr>
              <p:spPr>
                <a:xfrm>
                  <a:off x="4916892" y="2293825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4CF56CF6-6A7D-3B73-080A-D134C1C9B8CA}"/>
                    </a:ext>
                  </a:extLst>
                </p:cNvPr>
                <p:cNvSpPr/>
                <p:nvPr/>
              </p:nvSpPr>
              <p:spPr>
                <a:xfrm>
                  <a:off x="5158376" y="2467689"/>
                  <a:ext cx="1143911" cy="57311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函数</a:t>
                  </a:r>
                </a:p>
              </p:txBody>
            </p:sp>
          </p:grp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6C7C3C16-1634-399C-A158-2AF39E25395B}"/>
                  </a:ext>
                </a:extLst>
              </p:cNvPr>
              <p:cNvGrpSpPr/>
              <p:nvPr/>
            </p:nvGrpSpPr>
            <p:grpSpPr>
              <a:xfrm>
                <a:off x="6398654" y="2293825"/>
                <a:ext cx="1227786" cy="880817"/>
                <a:chOff x="6591837" y="2293825"/>
                <a:chExt cx="1521854" cy="1030310"/>
              </a:xfrm>
            </p:grpSpPr>
            <p:sp>
              <p:nvSpPr>
                <p:cNvPr id="20" name="流程图: 文档 19">
                  <a:extLst>
                    <a:ext uri="{FF2B5EF4-FFF2-40B4-BE49-F238E27FC236}">
                      <a16:creationId xmlns:a16="http://schemas.microsoft.com/office/drawing/2014/main" id="{7F594C22-1E69-C6FF-C971-030A01134E8F}"/>
                    </a:ext>
                  </a:extLst>
                </p:cNvPr>
                <p:cNvSpPr/>
                <p:nvPr/>
              </p:nvSpPr>
              <p:spPr>
                <a:xfrm>
                  <a:off x="6591837" y="2293825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sz="18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54D9E802-8090-B795-1453-44B9C42E0CDF}"/>
                    </a:ext>
                  </a:extLst>
                </p:cNvPr>
                <p:cNvSpPr/>
                <p:nvPr/>
              </p:nvSpPr>
              <p:spPr>
                <a:xfrm>
                  <a:off x="6793407" y="2467688"/>
                  <a:ext cx="1143911" cy="5731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类</a:t>
                  </a:r>
                </a:p>
              </p:txBody>
            </p:sp>
          </p:grp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F45E1923-FDA7-108C-C0A5-2582A420C899}"/>
                  </a:ext>
                </a:extLst>
              </p:cNvPr>
              <p:cNvGrpSpPr/>
              <p:nvPr/>
            </p:nvGrpSpPr>
            <p:grpSpPr>
              <a:xfrm>
                <a:off x="7903854" y="2293825"/>
                <a:ext cx="1227786" cy="880817"/>
                <a:chOff x="8288803" y="2295211"/>
                <a:chExt cx="1521854" cy="1030310"/>
              </a:xfrm>
            </p:grpSpPr>
            <p:sp>
              <p:nvSpPr>
                <p:cNvPr id="18" name="流程图: 文档 17">
                  <a:extLst>
                    <a:ext uri="{FF2B5EF4-FFF2-40B4-BE49-F238E27FC236}">
                      <a16:creationId xmlns:a16="http://schemas.microsoft.com/office/drawing/2014/main" id="{A2D47F6F-91A8-3219-1715-B91FB82BCE89}"/>
                    </a:ext>
                  </a:extLst>
                </p:cNvPr>
                <p:cNvSpPr/>
                <p:nvPr/>
              </p:nvSpPr>
              <p:spPr>
                <a:xfrm>
                  <a:off x="8288803" y="2295211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91DD97E5-157B-5283-21CE-A6AD47AE44EC}"/>
                    </a:ext>
                  </a:extLst>
                </p:cNvPr>
                <p:cNvSpPr/>
                <p:nvPr/>
              </p:nvSpPr>
              <p:spPr>
                <a:xfrm>
                  <a:off x="8530281" y="2469075"/>
                  <a:ext cx="1143911" cy="5731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4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其他代码</a:t>
                  </a:r>
                </a:p>
              </p:txBody>
            </p: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1E20D218-04C8-2A08-5326-E60F3BAF69C6}"/>
                  </a:ext>
                </a:extLst>
              </p:cNvPr>
              <p:cNvGrpSpPr/>
              <p:nvPr/>
            </p:nvGrpSpPr>
            <p:grpSpPr>
              <a:xfrm>
                <a:off x="5661467" y="3715556"/>
                <a:ext cx="2702160" cy="2833352"/>
                <a:chOff x="5546758" y="3683359"/>
                <a:chExt cx="2702160" cy="2833352"/>
              </a:xfrm>
            </p:grpSpPr>
            <p:sp>
              <p:nvSpPr>
                <p:cNvPr id="13" name="流程图: 文档 12">
                  <a:extLst>
                    <a:ext uri="{FF2B5EF4-FFF2-40B4-BE49-F238E27FC236}">
                      <a16:creationId xmlns:a16="http://schemas.microsoft.com/office/drawing/2014/main" id="{7D9CE801-4E55-0E88-8BE8-7A27AB6C1D22}"/>
                    </a:ext>
                  </a:extLst>
                </p:cNvPr>
                <p:cNvSpPr/>
                <p:nvPr/>
              </p:nvSpPr>
              <p:spPr>
                <a:xfrm>
                  <a:off x="5546758" y="3683359"/>
                  <a:ext cx="2702160" cy="2833352"/>
                </a:xfrm>
                <a:prstGeom prst="flowChartDocument">
                  <a:avLst/>
                </a:prstGeom>
                <a:solidFill>
                  <a:srgbClr val="C3E8CC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68AC5394-1485-277F-71D0-95BBD078DFA2}"/>
                    </a:ext>
                  </a:extLst>
                </p:cNvPr>
                <p:cNvSpPr/>
                <p:nvPr/>
              </p:nvSpPr>
              <p:spPr>
                <a:xfrm>
                  <a:off x="6421321" y="4159649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函数</a:t>
                  </a:r>
                </a:p>
              </p:txBody>
            </p:sp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EDE924F0-FEEE-A8DD-C9EC-6855861DCF68}"/>
                    </a:ext>
                  </a:extLst>
                </p:cNvPr>
                <p:cNvSpPr/>
                <p:nvPr/>
              </p:nvSpPr>
              <p:spPr>
                <a:xfrm>
                  <a:off x="6422841" y="4835348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类</a:t>
                  </a:r>
                </a:p>
              </p:txBody>
            </p:sp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709B5B47-7F00-81C7-130A-B475271FAD63}"/>
                    </a:ext>
                  </a:extLst>
                </p:cNvPr>
                <p:cNvSpPr/>
                <p:nvPr/>
              </p:nvSpPr>
              <p:spPr>
                <a:xfrm>
                  <a:off x="6421320" y="5512160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6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其他代码</a:t>
                  </a:r>
                </a:p>
              </p:txBody>
            </p:sp>
          </p:grp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7102147-8B5B-CF9F-B29D-B40751FA2949}"/>
                  </a:ext>
                </a:extLst>
              </p:cNvPr>
              <p:cNvSpPr/>
              <p:nvPr/>
            </p:nvSpPr>
            <p:spPr>
              <a:xfrm>
                <a:off x="5661467" y="3715556"/>
                <a:ext cx="2702160" cy="398918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lIns="0" rtlCol="0" anchor="ctr">
                <a:noAutofit/>
              </a:bodyPr>
              <a:lstStyle/>
              <a:p>
                <a:pPr algn="l"/>
                <a:r>
                  <a:rPr lang="zh-CN" altLang="en-US" sz="2000" b="1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 模块</a:t>
                </a:r>
                <a:r>
                  <a:rPr lang="en-US" altLang="zh-CN" sz="2000" b="1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.</a:t>
                </a:r>
                <a:r>
                  <a:rPr lang="en-US" altLang="zh-CN" sz="2000" b="1" dirty="0" err="1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py</a:t>
                </a:r>
                <a:endParaRPr lang="zh-CN" altLang="en-US" sz="2000" b="1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10" name="连接符: 肘形 9">
                <a:extLst>
                  <a:ext uri="{FF2B5EF4-FFF2-40B4-BE49-F238E27FC236}">
                    <a16:creationId xmlns:a16="http://schemas.microsoft.com/office/drawing/2014/main" id="{47304888-2486-09E8-70AA-498193C0CCB4}"/>
                  </a:ext>
                </a:extLst>
              </p:cNvPr>
              <p:cNvCxnSpPr>
                <a:stCxn id="22" idx="2"/>
                <a:endCxn id="9" idx="0"/>
              </p:cNvCxnSpPr>
              <p:nvPr/>
            </p:nvCxnSpPr>
            <p:spPr bwMode="auto">
              <a:xfrm rot="16200000" flipH="1">
                <a:off x="5969257" y="2672264"/>
                <a:ext cx="599146" cy="1487435"/>
              </a:xfrm>
              <a:prstGeom prst="bentConnector3">
                <a:avLst/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1" name="连接符: 肘形 10">
                <a:extLst>
                  <a:ext uri="{FF2B5EF4-FFF2-40B4-BE49-F238E27FC236}">
                    <a16:creationId xmlns:a16="http://schemas.microsoft.com/office/drawing/2014/main" id="{DBD0C748-C8AB-3591-B5D0-F8DE2BD1AEF2}"/>
                  </a:ext>
                </a:extLst>
              </p:cNvPr>
              <p:cNvCxnSpPr>
                <a:cxnSpLocks/>
                <a:stCxn id="18" idx="2"/>
                <a:endCxn id="9" idx="0"/>
              </p:cNvCxnSpPr>
              <p:nvPr/>
            </p:nvCxnSpPr>
            <p:spPr bwMode="auto">
              <a:xfrm rot="5400000">
                <a:off x="7465575" y="2663383"/>
                <a:ext cx="599146" cy="1505200"/>
              </a:xfrm>
              <a:prstGeom prst="bentConnector3">
                <a:avLst>
                  <a:gd name="adj1" fmla="val 50000"/>
                </a:avLst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3DE5FB91-349B-1B36-9DC9-806DBF4E5DD1}"/>
                  </a:ext>
                </a:extLst>
              </p:cNvPr>
              <p:cNvCxnSpPr>
                <a:cxnSpLocks/>
                <a:stCxn id="20" idx="2"/>
                <a:endCxn id="9" idx="0"/>
              </p:cNvCxnSpPr>
              <p:nvPr/>
            </p:nvCxnSpPr>
            <p:spPr bwMode="auto">
              <a:xfrm>
                <a:off x="7012547" y="3116410"/>
                <a:ext cx="0" cy="599146"/>
              </a:xfrm>
              <a:prstGeom prst="straightConnector1">
                <a:avLst/>
              </a:prstGeom>
              <a:ln w="28575">
                <a:headEnd type="none" w="med" len="med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0DC41D9-A2F2-65A5-880A-BB4A8E0091F0}"/>
                </a:ext>
              </a:extLst>
            </p:cNvPr>
            <p:cNvSpPr txBox="1"/>
            <p:nvPr/>
          </p:nvSpPr>
          <p:spPr>
            <a:xfrm>
              <a:off x="6980461" y="5959763"/>
              <a:ext cx="53805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2"/>
                  </a:solidFill>
                  <a:latin typeface="+mn-ea"/>
                  <a:ea typeface="+mn-ea"/>
                </a:rPr>
                <a:t>函数、类与模块之间关系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202496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模块与包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182665" y="942358"/>
            <a:ext cx="65728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模块化优势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代码可维护性、团队协作、功能隔离与测试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模块化层次</a:t>
            </a:r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36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函数 </a:t>
            </a:r>
            <a:r>
              <a:rPr lang="en-US" altLang="zh-CN" sz="3600" dirty="0">
                <a:solidFill>
                  <a:schemeClr val="bg2"/>
                </a:solidFill>
                <a:latin typeface="+mn-ea"/>
                <a:ea typeface="+mn-ea"/>
              </a:rPr>
              <a:t>-&gt;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 模块 </a:t>
            </a:r>
            <a:r>
              <a:rPr lang="en-US" altLang="zh-CN" sz="3600" dirty="0">
                <a:solidFill>
                  <a:schemeClr val="bg2"/>
                </a:solidFill>
                <a:latin typeface="+mn-ea"/>
              </a:rPr>
              <a:t>-&gt; 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包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0" marR="0" lvl="0" indent="0" algn="just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</a:rPr>
              <a:t>模块导入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：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</a:endParaRPr>
          </a:p>
          <a:p>
            <a:pPr algn="just"/>
            <a:r>
              <a:rPr lang="en-US" altLang="zh-CN" sz="4000" dirty="0">
                <a:solidFill>
                  <a:schemeClr val="bg2"/>
                </a:solidFill>
                <a:latin typeface="+mn-ea"/>
                <a:ea typeface="+mn-ea"/>
              </a:rPr>
              <a:t>import</a:t>
            </a:r>
            <a:r>
              <a:rPr lang="zh-CN" altLang="en-US" sz="4000" dirty="0">
                <a:solidFill>
                  <a:schemeClr val="bg2"/>
                </a:solidFill>
                <a:latin typeface="+mn-ea"/>
                <a:ea typeface="+mn-ea"/>
              </a:rPr>
              <a:t>，或</a:t>
            </a:r>
            <a:r>
              <a:rPr lang="en-US" altLang="zh-CN" sz="4000" dirty="0">
                <a:solidFill>
                  <a:schemeClr val="bg2"/>
                </a:solidFill>
                <a:latin typeface="+mn-ea"/>
                <a:ea typeface="+mn-ea"/>
              </a:rPr>
              <a:t>from…import…</a:t>
            </a:r>
            <a:endParaRPr lang="zh-CN" altLang="en-US" sz="40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603AE10-B3AA-B318-D0E7-1BCFB386FFEF}"/>
              </a:ext>
            </a:extLst>
          </p:cNvPr>
          <p:cNvGrpSpPr/>
          <p:nvPr/>
        </p:nvGrpSpPr>
        <p:grpSpPr>
          <a:xfrm>
            <a:off x="6661146" y="1389628"/>
            <a:ext cx="5380549" cy="5075343"/>
            <a:chOff x="6980461" y="1346085"/>
            <a:chExt cx="5380549" cy="5075343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994C865-135E-4933-0B37-61C7E33921BB}"/>
                </a:ext>
              </a:extLst>
            </p:cNvPr>
            <p:cNvGrpSpPr/>
            <p:nvPr/>
          </p:nvGrpSpPr>
          <p:grpSpPr>
            <a:xfrm>
              <a:off x="7097485" y="1346085"/>
              <a:ext cx="5172526" cy="4581270"/>
              <a:chOff x="4911219" y="2293825"/>
              <a:chExt cx="4220421" cy="4255083"/>
            </a:xfrm>
          </p:grpSpPr>
          <p:grpSp>
            <p:nvGrpSpPr>
              <p:cNvPr id="6" name="组合 4">
                <a:extLst>
                  <a:ext uri="{FF2B5EF4-FFF2-40B4-BE49-F238E27FC236}">
                    <a16:creationId xmlns:a16="http://schemas.microsoft.com/office/drawing/2014/main" id="{AFB03D68-32FF-75FA-9BBC-618D674B3AB7}"/>
                  </a:ext>
                </a:extLst>
              </p:cNvPr>
              <p:cNvGrpSpPr/>
              <p:nvPr/>
            </p:nvGrpSpPr>
            <p:grpSpPr>
              <a:xfrm>
                <a:off x="4911219" y="2293825"/>
                <a:ext cx="1227786" cy="880817"/>
                <a:chOff x="4916892" y="2293825"/>
                <a:chExt cx="1521854" cy="1030310"/>
              </a:xfrm>
            </p:grpSpPr>
            <p:sp>
              <p:nvSpPr>
                <p:cNvPr id="23" name="流程图: 文档 21">
                  <a:extLst>
                    <a:ext uri="{FF2B5EF4-FFF2-40B4-BE49-F238E27FC236}">
                      <a16:creationId xmlns:a16="http://schemas.microsoft.com/office/drawing/2014/main" id="{5D542398-4963-1491-BDAC-6A5F8ACED742}"/>
                    </a:ext>
                  </a:extLst>
                </p:cNvPr>
                <p:cNvSpPr/>
                <p:nvPr/>
              </p:nvSpPr>
              <p:spPr>
                <a:xfrm>
                  <a:off x="4916892" y="2293825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4" name="椭圆 22">
                  <a:extLst>
                    <a:ext uri="{FF2B5EF4-FFF2-40B4-BE49-F238E27FC236}">
                      <a16:creationId xmlns:a16="http://schemas.microsoft.com/office/drawing/2014/main" id="{9CB6EA35-C409-231A-6C85-C057CC01F3E5}"/>
                    </a:ext>
                  </a:extLst>
                </p:cNvPr>
                <p:cNvSpPr/>
                <p:nvPr/>
              </p:nvSpPr>
              <p:spPr>
                <a:xfrm>
                  <a:off x="5158376" y="2467689"/>
                  <a:ext cx="1143911" cy="57311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函数</a:t>
                  </a:r>
                </a:p>
              </p:txBody>
            </p:sp>
          </p:grpSp>
          <p:grpSp>
            <p:nvGrpSpPr>
              <p:cNvPr id="7" name="组合 5">
                <a:extLst>
                  <a:ext uri="{FF2B5EF4-FFF2-40B4-BE49-F238E27FC236}">
                    <a16:creationId xmlns:a16="http://schemas.microsoft.com/office/drawing/2014/main" id="{80D39907-68B7-C3CE-8BB3-EC17A96B3C79}"/>
                  </a:ext>
                </a:extLst>
              </p:cNvPr>
              <p:cNvGrpSpPr/>
              <p:nvPr/>
            </p:nvGrpSpPr>
            <p:grpSpPr>
              <a:xfrm>
                <a:off x="6398654" y="2293825"/>
                <a:ext cx="1227786" cy="880817"/>
                <a:chOff x="6591837" y="2293825"/>
                <a:chExt cx="1521854" cy="1030310"/>
              </a:xfrm>
            </p:grpSpPr>
            <p:sp>
              <p:nvSpPr>
                <p:cNvPr id="21" name="流程图: 文档 19">
                  <a:extLst>
                    <a:ext uri="{FF2B5EF4-FFF2-40B4-BE49-F238E27FC236}">
                      <a16:creationId xmlns:a16="http://schemas.microsoft.com/office/drawing/2014/main" id="{32BFCD71-BC51-8981-23A2-97DD3609FB12}"/>
                    </a:ext>
                  </a:extLst>
                </p:cNvPr>
                <p:cNvSpPr/>
                <p:nvPr/>
              </p:nvSpPr>
              <p:spPr>
                <a:xfrm>
                  <a:off x="6591837" y="2293825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sz="18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2" name="椭圆 20">
                  <a:extLst>
                    <a:ext uri="{FF2B5EF4-FFF2-40B4-BE49-F238E27FC236}">
                      <a16:creationId xmlns:a16="http://schemas.microsoft.com/office/drawing/2014/main" id="{AA1C2FBC-F25B-FD62-E32C-3A6C583EA870}"/>
                    </a:ext>
                  </a:extLst>
                </p:cNvPr>
                <p:cNvSpPr/>
                <p:nvPr/>
              </p:nvSpPr>
              <p:spPr>
                <a:xfrm>
                  <a:off x="6793407" y="2467688"/>
                  <a:ext cx="1143911" cy="5731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类</a:t>
                  </a:r>
                </a:p>
              </p:txBody>
            </p:sp>
          </p:grpSp>
          <p:grpSp>
            <p:nvGrpSpPr>
              <p:cNvPr id="8" name="组合 6">
                <a:extLst>
                  <a:ext uri="{FF2B5EF4-FFF2-40B4-BE49-F238E27FC236}">
                    <a16:creationId xmlns:a16="http://schemas.microsoft.com/office/drawing/2014/main" id="{C3246A58-15CA-353D-1D4E-F2E3724F3291}"/>
                  </a:ext>
                </a:extLst>
              </p:cNvPr>
              <p:cNvGrpSpPr/>
              <p:nvPr/>
            </p:nvGrpSpPr>
            <p:grpSpPr>
              <a:xfrm>
                <a:off x="7903854" y="2293825"/>
                <a:ext cx="1227786" cy="880817"/>
                <a:chOff x="8288803" y="2295211"/>
                <a:chExt cx="1521854" cy="1030310"/>
              </a:xfrm>
            </p:grpSpPr>
            <p:sp>
              <p:nvSpPr>
                <p:cNvPr id="19" name="流程图: 文档 17">
                  <a:extLst>
                    <a:ext uri="{FF2B5EF4-FFF2-40B4-BE49-F238E27FC236}">
                      <a16:creationId xmlns:a16="http://schemas.microsoft.com/office/drawing/2014/main" id="{82ADE576-5097-8115-975F-F30EAD28CA32}"/>
                    </a:ext>
                  </a:extLst>
                </p:cNvPr>
                <p:cNvSpPr/>
                <p:nvPr/>
              </p:nvSpPr>
              <p:spPr>
                <a:xfrm>
                  <a:off x="8288803" y="2295211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0" name="椭圆 18">
                  <a:extLst>
                    <a:ext uri="{FF2B5EF4-FFF2-40B4-BE49-F238E27FC236}">
                      <a16:creationId xmlns:a16="http://schemas.microsoft.com/office/drawing/2014/main" id="{C810DABF-888A-9D91-2B13-0EBF0984E094}"/>
                    </a:ext>
                  </a:extLst>
                </p:cNvPr>
                <p:cNvSpPr/>
                <p:nvPr/>
              </p:nvSpPr>
              <p:spPr>
                <a:xfrm>
                  <a:off x="8530281" y="2469075"/>
                  <a:ext cx="1143911" cy="5731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4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其他代码</a:t>
                  </a:r>
                </a:p>
              </p:txBody>
            </p:sp>
          </p:grpSp>
          <p:grpSp>
            <p:nvGrpSpPr>
              <p:cNvPr id="9" name="组合 7">
                <a:extLst>
                  <a:ext uri="{FF2B5EF4-FFF2-40B4-BE49-F238E27FC236}">
                    <a16:creationId xmlns:a16="http://schemas.microsoft.com/office/drawing/2014/main" id="{8542EC2E-A9B5-D082-F7E7-167270DE124D}"/>
                  </a:ext>
                </a:extLst>
              </p:cNvPr>
              <p:cNvGrpSpPr/>
              <p:nvPr/>
            </p:nvGrpSpPr>
            <p:grpSpPr>
              <a:xfrm>
                <a:off x="5661467" y="3715556"/>
                <a:ext cx="2702160" cy="2833352"/>
                <a:chOff x="5546758" y="3683359"/>
                <a:chExt cx="2702160" cy="2833352"/>
              </a:xfrm>
            </p:grpSpPr>
            <p:sp>
              <p:nvSpPr>
                <p:cNvPr id="14" name="流程图: 文档 12">
                  <a:extLst>
                    <a:ext uri="{FF2B5EF4-FFF2-40B4-BE49-F238E27FC236}">
                      <a16:creationId xmlns:a16="http://schemas.microsoft.com/office/drawing/2014/main" id="{75B0417B-3E70-C0CE-518C-3D4AC52E4D08}"/>
                    </a:ext>
                  </a:extLst>
                </p:cNvPr>
                <p:cNvSpPr/>
                <p:nvPr/>
              </p:nvSpPr>
              <p:spPr>
                <a:xfrm>
                  <a:off x="5546758" y="3683359"/>
                  <a:ext cx="2702160" cy="2833352"/>
                </a:xfrm>
                <a:prstGeom prst="flowChartDocument">
                  <a:avLst/>
                </a:prstGeom>
                <a:solidFill>
                  <a:srgbClr val="C3E8CC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5" name="椭圆 13">
                  <a:extLst>
                    <a:ext uri="{FF2B5EF4-FFF2-40B4-BE49-F238E27FC236}">
                      <a16:creationId xmlns:a16="http://schemas.microsoft.com/office/drawing/2014/main" id="{3330E30B-6724-BCBF-A4EE-0E5599DA8214}"/>
                    </a:ext>
                  </a:extLst>
                </p:cNvPr>
                <p:cNvSpPr/>
                <p:nvPr/>
              </p:nvSpPr>
              <p:spPr>
                <a:xfrm>
                  <a:off x="6421321" y="4159649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函数</a:t>
                  </a:r>
                </a:p>
              </p:txBody>
            </p:sp>
            <p:sp>
              <p:nvSpPr>
                <p:cNvPr id="16" name="椭圆 14">
                  <a:extLst>
                    <a:ext uri="{FF2B5EF4-FFF2-40B4-BE49-F238E27FC236}">
                      <a16:creationId xmlns:a16="http://schemas.microsoft.com/office/drawing/2014/main" id="{2FCB9BEE-5553-EF9D-324A-F5508430E793}"/>
                    </a:ext>
                  </a:extLst>
                </p:cNvPr>
                <p:cNvSpPr/>
                <p:nvPr/>
              </p:nvSpPr>
              <p:spPr>
                <a:xfrm>
                  <a:off x="6422841" y="4835348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类</a:t>
                  </a:r>
                </a:p>
              </p:txBody>
            </p:sp>
            <p:sp>
              <p:nvSpPr>
                <p:cNvPr id="18" name="椭圆 15">
                  <a:extLst>
                    <a:ext uri="{FF2B5EF4-FFF2-40B4-BE49-F238E27FC236}">
                      <a16:creationId xmlns:a16="http://schemas.microsoft.com/office/drawing/2014/main" id="{FB3D05B5-0FF9-8371-315C-1F2DC9E215B7}"/>
                    </a:ext>
                  </a:extLst>
                </p:cNvPr>
                <p:cNvSpPr/>
                <p:nvPr/>
              </p:nvSpPr>
              <p:spPr>
                <a:xfrm>
                  <a:off x="6421320" y="5512160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6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其他代码</a:t>
                  </a:r>
                </a:p>
              </p:txBody>
            </p:sp>
          </p:grpSp>
          <p:sp>
            <p:nvSpPr>
              <p:cNvPr id="10" name="矩形 8">
                <a:extLst>
                  <a:ext uri="{FF2B5EF4-FFF2-40B4-BE49-F238E27FC236}">
                    <a16:creationId xmlns:a16="http://schemas.microsoft.com/office/drawing/2014/main" id="{BE3E134F-5DA6-6C55-476E-839A96F2AEE0}"/>
                  </a:ext>
                </a:extLst>
              </p:cNvPr>
              <p:cNvSpPr/>
              <p:nvPr/>
            </p:nvSpPr>
            <p:spPr>
              <a:xfrm>
                <a:off x="5661467" y="3715556"/>
                <a:ext cx="2702160" cy="398918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lIns="0" rtlCol="0" anchor="ctr">
                <a:noAutofit/>
              </a:bodyPr>
              <a:lstStyle/>
              <a:p>
                <a:pPr algn="l"/>
                <a:r>
                  <a:rPr lang="zh-CN" altLang="en-US" sz="2000" b="1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 模块</a:t>
                </a:r>
                <a:r>
                  <a:rPr lang="en-US" altLang="zh-CN" sz="2000" b="1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.</a:t>
                </a:r>
                <a:r>
                  <a:rPr lang="en-US" altLang="zh-CN" sz="2000" b="1" dirty="0" err="1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py</a:t>
                </a:r>
                <a:endParaRPr lang="zh-CN" altLang="en-US" sz="2000" b="1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11" name="连接符: 肘形 9">
                <a:extLst>
                  <a:ext uri="{FF2B5EF4-FFF2-40B4-BE49-F238E27FC236}">
                    <a16:creationId xmlns:a16="http://schemas.microsoft.com/office/drawing/2014/main" id="{ED5453B8-8889-D30C-2AB9-B80D8EAC2585}"/>
                  </a:ext>
                </a:extLst>
              </p:cNvPr>
              <p:cNvCxnSpPr>
                <a:stCxn id="23" idx="2"/>
                <a:endCxn id="10" idx="0"/>
              </p:cNvCxnSpPr>
              <p:nvPr/>
            </p:nvCxnSpPr>
            <p:spPr bwMode="auto">
              <a:xfrm rot="16200000" flipH="1">
                <a:off x="5969257" y="2672264"/>
                <a:ext cx="599146" cy="1487435"/>
              </a:xfrm>
              <a:prstGeom prst="bentConnector3">
                <a:avLst/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2" name="连接符: 肘形 10">
                <a:extLst>
                  <a:ext uri="{FF2B5EF4-FFF2-40B4-BE49-F238E27FC236}">
                    <a16:creationId xmlns:a16="http://schemas.microsoft.com/office/drawing/2014/main" id="{F48847A8-A165-C823-34F5-3B36AFA34E02}"/>
                  </a:ext>
                </a:extLst>
              </p:cNvPr>
              <p:cNvCxnSpPr>
                <a:cxnSpLocks/>
                <a:stCxn id="19" idx="2"/>
                <a:endCxn id="10" idx="0"/>
              </p:cNvCxnSpPr>
              <p:nvPr/>
            </p:nvCxnSpPr>
            <p:spPr bwMode="auto">
              <a:xfrm rot="5400000">
                <a:off x="7465575" y="2663383"/>
                <a:ext cx="599146" cy="1505200"/>
              </a:xfrm>
              <a:prstGeom prst="bentConnector3">
                <a:avLst>
                  <a:gd name="adj1" fmla="val 50000"/>
                </a:avLst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3" name="直接箭头连接符 11">
                <a:extLst>
                  <a:ext uri="{FF2B5EF4-FFF2-40B4-BE49-F238E27FC236}">
                    <a16:creationId xmlns:a16="http://schemas.microsoft.com/office/drawing/2014/main" id="{1F93F401-E831-01A3-11D7-8B32EEDFEC10}"/>
                  </a:ext>
                </a:extLst>
              </p:cNvPr>
              <p:cNvCxnSpPr>
                <a:cxnSpLocks/>
                <a:stCxn id="21" idx="2"/>
                <a:endCxn id="10" idx="0"/>
              </p:cNvCxnSpPr>
              <p:nvPr/>
            </p:nvCxnSpPr>
            <p:spPr bwMode="auto">
              <a:xfrm>
                <a:off x="7012547" y="3116410"/>
                <a:ext cx="0" cy="599146"/>
              </a:xfrm>
              <a:prstGeom prst="straightConnector1">
                <a:avLst/>
              </a:prstGeom>
              <a:ln w="28575">
                <a:headEnd type="none" w="med" len="med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5" name="文本框 23">
              <a:extLst>
                <a:ext uri="{FF2B5EF4-FFF2-40B4-BE49-F238E27FC236}">
                  <a16:creationId xmlns:a16="http://schemas.microsoft.com/office/drawing/2014/main" id="{EAF16EB5-FA5C-21EA-42CF-75AD8345E92A}"/>
                </a:ext>
              </a:extLst>
            </p:cNvPr>
            <p:cNvSpPr txBox="1"/>
            <p:nvPr/>
          </p:nvSpPr>
          <p:spPr>
            <a:xfrm>
              <a:off x="6980461" y="5959763"/>
              <a:ext cx="53805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2"/>
                  </a:solidFill>
                  <a:latin typeface="+mn-ea"/>
                  <a:ea typeface="+mn-ea"/>
                </a:rPr>
                <a:t>函数、类与模块之间关系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11420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341087" y="717714"/>
            <a:ext cx="11633200" cy="2898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包概念</a:t>
            </a:r>
            <a:r>
              <a:rPr lang="zh-CN" altLang="en-US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在实际的编码环境中，已经存在大量模块，并且新模块还在不停被创建，为了避免模块名冲突，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Python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又引入了按目录来组织模块的方法，称为包（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Package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）。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5" name="Picture 4" descr="A close-up of a computer code&#10;&#10;Description automatically generated">
            <a:extLst>
              <a:ext uri="{FF2B5EF4-FFF2-40B4-BE49-F238E27FC236}">
                <a16:creationId xmlns:a16="http://schemas.microsoft.com/office/drawing/2014/main" id="{BCF1F0B0-16D2-2BC1-5DE7-519643BE3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87" y="3846212"/>
            <a:ext cx="3987037" cy="2845966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5C4B760B-DA80-39FC-EA0E-1A45B57F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模块与包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0CF43B2-8C59-89E5-8FE4-6F499110892F}"/>
              </a:ext>
            </a:extLst>
          </p:cNvPr>
          <p:cNvGrpSpPr/>
          <p:nvPr/>
        </p:nvGrpSpPr>
        <p:grpSpPr>
          <a:xfrm>
            <a:off x="4426109" y="4016852"/>
            <a:ext cx="7707719" cy="2357596"/>
            <a:chOff x="4426109" y="4016852"/>
            <a:chExt cx="7707719" cy="235759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2ED4A9-13D1-D01E-580E-7AEEB4ACE2AD}"/>
                </a:ext>
              </a:extLst>
            </p:cNvPr>
            <p:cNvSpPr txBox="1"/>
            <p:nvPr/>
          </p:nvSpPr>
          <p:spPr>
            <a:xfrm>
              <a:off x="5634476" y="4016852"/>
              <a:ext cx="49911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包的导入</a:t>
              </a:r>
              <a:endParaRPr lang="en-CN" b="1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94A22770-F61C-53B6-0D6B-58FF19176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26109" y="4641480"/>
              <a:ext cx="7707719" cy="17329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3723600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0DD5C-6ED2-CF6E-349F-CA4CF378F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AE568CC-643F-8904-0795-959C88590FD1}"/>
              </a:ext>
            </a:extLst>
          </p:cNvPr>
          <p:cNvSpPr txBox="1"/>
          <p:nvPr/>
        </p:nvSpPr>
        <p:spPr>
          <a:xfrm>
            <a:off x="312057" y="942669"/>
            <a:ext cx="11756572" cy="2688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模块或包导入</a:t>
            </a:r>
            <a:r>
              <a:rPr lang="zh-CN" altLang="en-US" sz="32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en-US" altLang="zh-CN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import</a:t>
            </a:r>
            <a:r>
              <a:rPr lang="zh-CN" altLang="en-US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语句，或</a:t>
            </a:r>
            <a:r>
              <a:rPr lang="en-US" altLang="zh-CN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from…import…</a:t>
            </a:r>
            <a:r>
              <a:rPr lang="zh-CN" altLang="en-US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语句。</a:t>
            </a:r>
            <a:endParaRPr lang="en-US" altLang="zh-CN" sz="30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一条 </a:t>
            </a:r>
            <a:r>
              <a:rPr lang="en-US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import </a:t>
            </a:r>
            <a:r>
              <a:rPr lang="zh-CN" altLang="en-US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语句可以同时导入多个包</a:t>
            </a:r>
            <a:r>
              <a:rPr lang="en-US" altLang="zh-CN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模块，以逗号</a:t>
            </a:r>
            <a:r>
              <a:rPr lang="zh-CN" altLang="en-US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分隔；</a:t>
            </a:r>
            <a:endParaRPr lang="en-US" altLang="zh-CN" sz="3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en-US" altLang="zh-CN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from…import…</a:t>
            </a:r>
            <a:r>
              <a:rPr lang="zh-CN" altLang="en-US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可以指定导入包</a:t>
            </a:r>
            <a:r>
              <a:rPr lang="en-US" altLang="zh-CN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模块中具体的变量和函数。</a:t>
            </a:r>
            <a:endParaRPr lang="en-US" altLang="zh-CN" sz="3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48489C8-4C4A-7521-188F-74BBEE849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69975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模块与包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E83AFF-5FBB-6A93-001A-142B44106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18"/>
          <a:stretch>
            <a:fillRect/>
          </a:stretch>
        </p:blipFill>
        <p:spPr>
          <a:xfrm>
            <a:off x="151947" y="4238693"/>
            <a:ext cx="11926207" cy="174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556518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en-US" altLang="zh-CN" dirty="0">
                <a:latin typeface="+mn-ea"/>
              </a:rPr>
              <a:t>P</a:t>
            </a:r>
            <a:r>
              <a:rPr lang="en-CN" altLang="zh-CN" dirty="0">
                <a:latin typeface="+mn-ea"/>
              </a:rPr>
              <a:t>ython</a:t>
            </a:r>
            <a:r>
              <a:rPr lang="zh-CN" altLang="en-CN" dirty="0">
                <a:latin typeface="+mn-ea"/>
              </a:rPr>
              <a:t>程序</a:t>
            </a:r>
            <a:r>
              <a:rPr lang="zh-CN" altLang="en-US" dirty="0">
                <a:latin typeface="+mn-ea"/>
              </a:rPr>
              <a:t>设计基础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A7E693-8098-76C4-CD5D-47166ABEB164}"/>
              </a:ext>
            </a:extLst>
          </p:cNvPr>
          <p:cNvSpPr txBox="1"/>
          <p:nvPr/>
        </p:nvSpPr>
        <p:spPr>
          <a:xfrm>
            <a:off x="322119" y="1128372"/>
            <a:ext cx="9931328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课后练习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BC878-BC57-D350-27A3-F03AE48213AC}"/>
              </a:ext>
            </a:extLst>
          </p:cNvPr>
          <p:cNvSpPr txBox="1"/>
          <p:nvPr/>
        </p:nvSpPr>
        <p:spPr>
          <a:xfrm>
            <a:off x="509155" y="1872464"/>
            <a:ext cx="9396845" cy="1513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00000"/>
              </a:lnSpc>
              <a:buAutoNum type="arabicPeriod"/>
            </a:pP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理解</a:t>
            </a:r>
            <a:r>
              <a:rPr lang="en-US" altLang="zh-CN" sz="2200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不同数据类型特点。</a:t>
            </a:r>
            <a:endParaRPr lang="en-US" altLang="zh-CN" sz="2200" dirty="0">
              <a:solidFill>
                <a:srgbClr val="333333"/>
              </a:solidFill>
              <a:latin typeface="+mn-ea"/>
              <a:ea typeface="+mn-ea"/>
            </a:endParaRPr>
          </a:p>
          <a:p>
            <a:pPr marL="457200" indent="-457200" algn="just">
              <a:lnSpc>
                <a:spcPct val="200000"/>
              </a:lnSpc>
              <a:buAutoNum type="arabicPeriod"/>
            </a:pP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练习</a:t>
            </a:r>
            <a:r>
              <a:rPr lang="en-US" altLang="zh-CN" sz="2200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判断和循环语句</a:t>
            </a:r>
            <a:endParaRPr lang="en-US" altLang="zh-CN" sz="22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518398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869</TotalTime>
  <Words>1506</Words>
  <Application>Microsoft Macintosh PowerPoint</Application>
  <PresentationFormat>Widescreen</PresentationFormat>
  <Paragraphs>225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Microsoft YaHei</vt:lpstr>
      <vt:lpstr>Microsoft YaHei</vt:lpstr>
      <vt:lpstr>黑体</vt:lpstr>
      <vt:lpstr>Arial</vt:lpstr>
      <vt:lpstr>Calibri</vt:lpstr>
      <vt:lpstr>Consolas</vt:lpstr>
      <vt:lpstr>Times New Roman</vt:lpstr>
      <vt:lpstr>Wingdings</vt:lpstr>
      <vt:lpstr>2_Global</vt:lpstr>
      <vt:lpstr>1_Copyright (c) 2007-2010 NordriDesign™ _light</vt:lpstr>
      <vt:lpstr>PowerPoint Presentation</vt:lpstr>
      <vt:lpstr>Python学习-热身</vt:lpstr>
      <vt:lpstr>PowerPoint Presentation</vt:lpstr>
      <vt:lpstr>PowerPoint Presentation</vt:lpstr>
      <vt:lpstr>二、数据类型</vt:lpstr>
      <vt:lpstr>一、数据类型</vt:lpstr>
      <vt:lpstr>一、数据类型</vt:lpstr>
      <vt:lpstr>一、变量命名与赋值</vt:lpstr>
      <vt:lpstr>一、变量命名与赋值</vt:lpstr>
      <vt:lpstr>一、变量命名与赋值</vt:lpstr>
      <vt:lpstr>二、变量命名、赋值与运算</vt:lpstr>
      <vt:lpstr>PowerPoint Presentation</vt:lpstr>
      <vt:lpstr>一、条件语句</vt:lpstr>
      <vt:lpstr>二、条件语句</vt:lpstr>
      <vt:lpstr>二、条件语句</vt:lpstr>
      <vt:lpstr>二、循环语句</vt:lpstr>
      <vt:lpstr>二、循环语句</vt:lpstr>
      <vt:lpstr>PowerPoint Presentation</vt:lpstr>
      <vt:lpstr>一、Python函数</vt:lpstr>
      <vt:lpstr>一、Python函数</vt:lpstr>
      <vt:lpstr>一、Python函数</vt:lpstr>
      <vt:lpstr>二、Python模块与包</vt:lpstr>
      <vt:lpstr>二、Python模块与包</vt:lpstr>
      <vt:lpstr>二、Python模块与包</vt:lpstr>
      <vt:lpstr>二、Python模块与包</vt:lpstr>
      <vt:lpstr>Python程序设计基础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Xin Luo</cp:lastModifiedBy>
  <cp:revision>33</cp:revision>
  <dcterms:created xsi:type="dcterms:W3CDTF">2004-07-09T11:40:27Z</dcterms:created>
  <dcterms:modified xsi:type="dcterms:W3CDTF">2026-03-23T04:33:33Z</dcterms:modified>
</cp:coreProperties>
</file>