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3"/>
  </p:notesMasterIdLst>
  <p:handoutMasterIdLst>
    <p:handoutMasterId r:id="rId14"/>
  </p:handoutMasterIdLst>
  <p:sldIdLst>
    <p:sldId id="2708" r:id="rId3"/>
    <p:sldId id="2387" r:id="rId4"/>
    <p:sldId id="2778" r:id="rId5"/>
    <p:sldId id="2447" r:id="rId6"/>
    <p:sldId id="2779" r:id="rId7"/>
    <p:sldId id="2777" r:id="rId8"/>
    <p:sldId id="2791" r:id="rId9"/>
    <p:sldId id="2792" r:id="rId10"/>
    <p:sldId id="2793" r:id="rId11"/>
    <p:sldId id="2760" r:id="rId12"/>
  </p:sldIdLst>
  <p:sldSz cx="12192000" cy="6858000"/>
  <p:notesSz cx="7099300" cy="10234613"/>
  <p:custDataLst>
    <p:tags r:id="rId15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3E8CC"/>
    <a:srgbClr val="7A81FF"/>
    <a:srgbClr val="00B050"/>
    <a:srgbClr val="FF00DF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256512-1F02-954A-8BB9-ABE91C332B30}" v="4" dt="2024-04-16T10:27:55.252"/>
    <p1510:client id="{7970A8E4-9FA8-EB43-975F-FF273197657B}" v="6" dt="2024-04-16T15:10:06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87"/>
    <p:restoredTop sz="87123"/>
  </p:normalViewPr>
  <p:slideViewPr>
    <p:cSldViewPr snapToGrid="0">
      <p:cViewPr>
        <p:scale>
          <a:sx n="85" d="100"/>
          <a:sy n="85" d="100"/>
        </p:scale>
        <p:origin x="1552" y="712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delSld">
      <pc:chgData name="Xin Luo" userId="82312ee5779919a4" providerId="LiveId" clId="{6F4EE019-CF9B-0E46-99FD-A69435707418}" dt="2024-04-14T01:59:58.456" v="13" actId="2696"/>
      <pc:docMkLst>
        <pc:docMk/>
      </pc:docMkLst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7970A8E4-9FA8-EB43-975F-FF273197657B}"/>
    <pc:docChg chg="undo custSel addSld delSld modSld sldOrd">
      <pc:chgData name="Xin Luo" userId="82312ee5779919a4" providerId="LiveId" clId="{7970A8E4-9FA8-EB43-975F-FF273197657B}" dt="2024-04-16T15:21:57.246" v="918" actId="20577"/>
      <pc:docMkLst>
        <pc:docMk/>
      </pc:docMkLst>
      <pc:sldChg chg="delSp modSp mod">
        <pc:chgData name="Xin Luo" userId="82312ee5779919a4" providerId="LiveId" clId="{7970A8E4-9FA8-EB43-975F-FF273197657B}" dt="2024-04-15T15:24:17.530" v="210" actId="20577"/>
        <pc:sldMkLst>
          <pc:docMk/>
          <pc:sldMk cId="1576120367" sldId="2387"/>
        </pc:sldMkLst>
        <pc:spChg chg="mod">
          <ac:chgData name="Xin Luo" userId="82312ee5779919a4" providerId="LiveId" clId="{7970A8E4-9FA8-EB43-975F-FF273197657B}" dt="2024-04-15T15:24:17.530" v="21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7970A8E4-9FA8-EB43-975F-FF273197657B}" dt="2024-04-15T15:17:46.225" v="69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7970A8E4-9FA8-EB43-975F-FF273197657B}" dt="2024-04-15T15:22:51.698" v="180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7970A8E4-9FA8-EB43-975F-FF273197657B}" dt="2024-04-15T15:23:33.296" v="184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7970A8E4-9FA8-EB43-975F-FF273197657B}" dt="2024-04-15T15:23:29.057" v="183" actId="1076"/>
          <ac:grpSpMkLst>
            <pc:docMk/>
            <pc:sldMk cId="1576120367" sldId="2387"/>
            <ac:grpSpMk id="3" creationId="{12ED16A1-79B8-7DB1-1CC1-250B051BAD58}"/>
          </ac:grpSpMkLst>
        </pc:grpChg>
        <pc:grpChg chg="del">
          <ac:chgData name="Xin Luo" userId="82312ee5779919a4" providerId="LiveId" clId="{7970A8E4-9FA8-EB43-975F-FF273197657B}" dt="2024-04-15T15:22:57.896" v="182" actId="478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7970A8E4-9FA8-EB43-975F-FF273197657B}" dt="2024-04-15T15:24:13.450" v="207" actId="20577"/>
        <pc:sldMkLst>
          <pc:docMk/>
          <pc:sldMk cId="2415901206" sldId="2447"/>
        </pc:sldMkLst>
        <pc:spChg chg="mod">
          <ac:chgData name="Xin Luo" userId="82312ee5779919a4" providerId="LiveId" clId="{7970A8E4-9FA8-EB43-975F-FF273197657B}" dt="2024-04-15T15:24:13.450" v="20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7970A8E4-9FA8-EB43-975F-FF273197657B}" dt="2024-04-15T15:08:53.333" v="39" actId="20577"/>
        <pc:sldMkLst>
          <pc:docMk/>
          <pc:sldMk cId="1658607177" sldId="2708"/>
        </pc:sldMkLst>
        <pc:spChg chg="mod">
          <ac:chgData name="Xin Luo" userId="82312ee5779919a4" providerId="LiveId" clId="{7970A8E4-9FA8-EB43-975F-FF273197657B}" dt="2024-04-15T15:08:53.333" v="39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7970A8E4-9FA8-EB43-975F-FF273197657B}" dt="2024-04-15T15:24:32.208" v="229" actId="20577"/>
        <pc:sldMkLst>
          <pc:docMk/>
          <pc:sldMk cId="481122590" sldId="2709"/>
        </pc:sldMkLst>
        <pc:spChg chg="mod">
          <ac:chgData name="Xin Luo" userId="82312ee5779919a4" providerId="LiveId" clId="{7970A8E4-9FA8-EB43-975F-FF273197657B}" dt="2024-04-15T15:24:32.208" v="2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 ord">
        <pc:chgData name="Xin Luo" userId="82312ee5779919a4" providerId="LiveId" clId="{7970A8E4-9FA8-EB43-975F-FF273197657B}" dt="2024-04-15T15:37:14.712" v="441" actId="20577"/>
        <pc:sldMkLst>
          <pc:docMk/>
          <pc:sldMk cId="3833073590" sldId="2716"/>
        </pc:sldMkLst>
        <pc:spChg chg="del mod">
          <ac:chgData name="Xin Luo" userId="82312ee5779919a4" providerId="LiveId" clId="{7970A8E4-9FA8-EB43-975F-FF273197657B}" dt="2024-04-15T15:32:49.133" v="338" actId="478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7970A8E4-9FA8-EB43-975F-FF273197657B}" dt="2024-04-15T15:31:03.371" v="325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7970A8E4-9FA8-EB43-975F-FF273197657B}" dt="2024-04-15T15:37:14.712" v="441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7970A8E4-9FA8-EB43-975F-FF273197657B}" dt="2024-04-15T15:09:05.015" v="4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del mod">
        <pc:chgData name="Xin Luo" userId="82312ee5779919a4" providerId="LiveId" clId="{7970A8E4-9FA8-EB43-975F-FF273197657B}" dt="2024-04-15T15:24:37.052" v="230" actId="2696"/>
        <pc:sldMkLst>
          <pc:docMk/>
          <pc:sldMk cId="972163772" sldId="2720"/>
        </pc:sldMkLst>
        <pc:spChg chg="mod">
          <ac:chgData name="Xin Luo" userId="82312ee5779919a4" providerId="LiveId" clId="{7970A8E4-9FA8-EB43-975F-FF273197657B}" dt="2024-04-15T15:20:56.127" v="107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del mod">
        <pc:chgData name="Xin Luo" userId="82312ee5779919a4" providerId="LiveId" clId="{7970A8E4-9FA8-EB43-975F-FF273197657B}" dt="2024-04-15T15:24:37.068" v="231" actId="2696"/>
        <pc:sldMkLst>
          <pc:docMk/>
          <pc:sldMk cId="2689695864" sldId="2721"/>
        </pc:sldMkLst>
        <pc:spChg chg="mod">
          <ac:chgData name="Xin Luo" userId="82312ee5779919a4" providerId="LiveId" clId="{7970A8E4-9FA8-EB43-975F-FF273197657B}" dt="2024-04-15T15:21:03.148" v="113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modSp mod">
        <pc:chgData name="Xin Luo" userId="82312ee5779919a4" providerId="LiveId" clId="{7970A8E4-9FA8-EB43-975F-FF273197657B}" dt="2024-04-15T15:30:39.625" v="268" actId="20577"/>
        <pc:sldMkLst>
          <pc:docMk/>
          <pc:sldMk cId="1125183986" sldId="2760"/>
        </pc:sldMkLst>
        <pc:spChg chg="mod">
          <ac:chgData name="Xin Luo" userId="82312ee5779919a4" providerId="LiveId" clId="{7970A8E4-9FA8-EB43-975F-FF273197657B}" dt="2024-04-15T15:30:39.625" v="268" actId="20577"/>
          <ac:spMkLst>
            <pc:docMk/>
            <pc:sldMk cId="1125183986" sldId="2760"/>
            <ac:spMk id="13" creationId="{303BC878-BC57-D350-27A3-F03AE48213AC}"/>
          </ac:spMkLst>
        </pc:spChg>
      </pc:sldChg>
      <pc:sldChg chg="add">
        <pc:chgData name="Xin Luo" userId="82312ee5779919a4" providerId="LiveId" clId="{7970A8E4-9FA8-EB43-975F-FF273197657B}" dt="2024-04-15T15:09:42.736" v="43"/>
        <pc:sldMkLst>
          <pc:docMk/>
          <pc:sldMk cId="1177607245" sldId="2761"/>
        </pc:sldMkLst>
      </pc:sldChg>
      <pc:sldChg chg="modSp mod">
        <pc:chgData name="Xin Luo" userId="82312ee5779919a4" providerId="LiveId" clId="{7970A8E4-9FA8-EB43-975F-FF273197657B}" dt="2024-04-16T15:11:05.930" v="845" actId="113"/>
        <pc:sldMkLst>
          <pc:docMk/>
          <pc:sldMk cId="1921898556" sldId="2765"/>
        </pc:sldMkLst>
        <pc:spChg chg="mod">
          <ac:chgData name="Xin Luo" userId="82312ee5779919a4" providerId="LiveId" clId="{7970A8E4-9FA8-EB43-975F-FF273197657B}" dt="2024-04-16T15:11:05.930" v="845" actId="113"/>
          <ac:spMkLst>
            <pc:docMk/>
            <pc:sldMk cId="1921898556" sldId="2765"/>
            <ac:spMk id="6" creationId="{6741FEA2-C046-FD82-2800-2CB513792080}"/>
          </ac:spMkLst>
        </pc:spChg>
      </pc:sldChg>
      <pc:sldChg chg="addSp delSp modSp add mod ord">
        <pc:chgData name="Xin Luo" userId="82312ee5779919a4" providerId="LiveId" clId="{7970A8E4-9FA8-EB43-975F-FF273197657B}" dt="2024-04-16T15:10:03.687" v="794" actId="22"/>
        <pc:sldMkLst>
          <pc:docMk/>
          <pc:sldMk cId="836646187" sldId="2766"/>
        </pc:sldMkLst>
        <pc:spChg chg="mod">
          <ac:chgData name="Xin Luo" userId="82312ee5779919a4" providerId="LiveId" clId="{7970A8E4-9FA8-EB43-975F-FF273197657B}" dt="2024-04-16T15:02:32.607" v="703" actId="20577"/>
          <ac:spMkLst>
            <pc:docMk/>
            <pc:sldMk cId="836646187" sldId="2766"/>
            <ac:spMk id="2" creationId="{631AADB6-C88A-D817-4683-FC087E4E240F}"/>
          </ac:spMkLst>
        </pc:spChg>
        <pc:spChg chg="add del">
          <ac:chgData name="Xin Luo" userId="82312ee5779919a4" providerId="LiveId" clId="{7970A8E4-9FA8-EB43-975F-FF273197657B}" dt="2024-04-16T15:10:03.687" v="794" actId="22"/>
          <ac:spMkLst>
            <pc:docMk/>
            <pc:sldMk cId="836646187" sldId="2766"/>
            <ac:spMk id="5" creationId="{86ECF985-364B-C29D-536B-280AED2AE198}"/>
          </ac:spMkLst>
        </pc:spChg>
        <pc:spChg chg="mod">
          <ac:chgData name="Xin Luo" userId="82312ee5779919a4" providerId="LiveId" clId="{7970A8E4-9FA8-EB43-975F-FF273197657B}" dt="2024-04-16T15:08:19.990" v="792"/>
          <ac:spMkLst>
            <pc:docMk/>
            <pc:sldMk cId="836646187" sldId="2766"/>
            <ac:spMk id="6" creationId="{6741FEA2-C046-FD82-2800-2CB513792080}"/>
          </ac:spMkLst>
        </pc:spChg>
      </pc:sldChg>
      <pc:sldChg chg="modSp add mod">
        <pc:chgData name="Xin Luo" userId="82312ee5779919a4" providerId="LiveId" clId="{7970A8E4-9FA8-EB43-975F-FF273197657B}" dt="2024-04-16T15:21:57.246" v="918" actId="20577"/>
        <pc:sldMkLst>
          <pc:docMk/>
          <pc:sldMk cId="2158930716" sldId="2767"/>
        </pc:sldMkLst>
        <pc:spChg chg="mod">
          <ac:chgData name="Xin Luo" userId="82312ee5779919a4" providerId="LiveId" clId="{7970A8E4-9FA8-EB43-975F-FF273197657B}" dt="2024-04-16T15:21:57.246" v="918" actId="20577"/>
          <ac:spMkLst>
            <pc:docMk/>
            <pc:sldMk cId="2158930716" sldId="2767"/>
            <ac:spMk id="6" creationId="{6741FEA2-C046-FD82-2800-2CB513792080}"/>
          </ac:spMkLst>
        </pc:spChg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D256512-1F02-954A-8BB9-ABE91C332B30}"/>
    <pc:docChg chg="undo custSel addSld modSld">
      <pc:chgData name="Xin Luo" userId="82312ee5779919a4" providerId="LiveId" clId="{2D256512-1F02-954A-8BB9-ABE91C332B30}" dt="2024-04-17T02:55:47.723" v="2325" actId="20577"/>
      <pc:docMkLst>
        <pc:docMk/>
      </pc:docMkLst>
      <pc:sldChg chg="modSp mod">
        <pc:chgData name="Xin Luo" userId="82312ee5779919a4" providerId="LiveId" clId="{2D256512-1F02-954A-8BB9-ABE91C332B30}" dt="2024-04-16T04:42:44.837" v="78" actId="20577"/>
        <pc:sldMkLst>
          <pc:docMk/>
          <pc:sldMk cId="1576120367" sldId="2387"/>
        </pc:sldMkLst>
        <pc:spChg chg="mod">
          <ac:chgData name="Xin Luo" userId="82312ee5779919a4" providerId="LiveId" clId="{2D256512-1F02-954A-8BB9-ABE91C332B30}" dt="2024-04-16T04:42:44.837" v="7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2D256512-1F02-954A-8BB9-ABE91C332B30}" dt="2024-04-16T04:43:41.165" v="112" actId="20577"/>
        <pc:sldMkLst>
          <pc:docMk/>
          <pc:sldMk cId="481122590" sldId="2709"/>
        </pc:sldMkLst>
        <pc:spChg chg="mod">
          <ac:chgData name="Xin Luo" userId="82312ee5779919a4" providerId="LiveId" clId="{2D256512-1F02-954A-8BB9-ABE91C332B30}" dt="2024-04-16T04:43:41.165" v="11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2D256512-1F02-954A-8BB9-ABE91C332B30}" dt="2024-04-16T04:59:58.067" v="298" actId="20577"/>
        <pc:sldMkLst>
          <pc:docMk/>
          <pc:sldMk cId="3833073590" sldId="2716"/>
        </pc:sldMkLst>
        <pc:spChg chg="mod">
          <ac:chgData name="Xin Luo" userId="82312ee5779919a4" providerId="LiveId" clId="{2D256512-1F02-954A-8BB9-ABE91C332B30}" dt="2024-04-16T04:59:58.067" v="298" actId="20577"/>
          <ac:spMkLst>
            <pc:docMk/>
            <pc:sldMk cId="3833073590" sldId="2716"/>
            <ac:spMk id="6" creationId="{6741FEA2-C046-FD82-2800-2CB513792080}"/>
          </ac:spMkLst>
        </pc:spChg>
      </pc:sldChg>
      <pc:sldChg chg="modSp mod">
        <pc:chgData name="Xin Luo" userId="82312ee5779919a4" providerId="LiveId" clId="{2D256512-1F02-954A-8BB9-ABE91C332B30}" dt="2024-04-16T05:01:00.676" v="309" actId="115"/>
        <pc:sldMkLst>
          <pc:docMk/>
          <pc:sldMk cId="1177607245" sldId="2761"/>
        </pc:sldMkLst>
        <pc:spChg chg="mod">
          <ac:chgData name="Xin Luo" userId="82312ee5779919a4" providerId="LiveId" clId="{2D256512-1F02-954A-8BB9-ABE91C332B30}" dt="2024-04-16T04:53:33.151" v="233" actId="1036"/>
          <ac:spMkLst>
            <pc:docMk/>
            <pc:sldMk cId="1177607245" sldId="2761"/>
            <ac:spMk id="2" creationId="{631AADB6-C88A-D817-4683-FC087E4E240F}"/>
          </ac:spMkLst>
        </pc:spChg>
        <pc:spChg chg="mod">
          <ac:chgData name="Xin Luo" userId="82312ee5779919a4" providerId="LiveId" clId="{2D256512-1F02-954A-8BB9-ABE91C332B30}" dt="2024-04-16T04:44:48.657" v="147" actId="20577"/>
          <ac:spMkLst>
            <pc:docMk/>
            <pc:sldMk cId="1177607245" sldId="2761"/>
            <ac:spMk id="3" creationId="{00000000-0000-0000-0000-000000000000}"/>
          </ac:spMkLst>
        </pc:spChg>
        <pc:spChg chg="mod">
          <ac:chgData name="Xin Luo" userId="82312ee5779919a4" providerId="LiveId" clId="{2D256512-1F02-954A-8BB9-ABE91C332B30}" dt="2024-04-16T05:01:00.676" v="309" actId="115"/>
          <ac:spMkLst>
            <pc:docMk/>
            <pc:sldMk cId="1177607245" sldId="2761"/>
            <ac:spMk id="6" creationId="{6741FEA2-C046-FD82-2800-2CB513792080}"/>
          </ac:spMkLst>
        </pc:spChg>
      </pc:sldChg>
      <pc:sldChg chg="modSp add mod">
        <pc:chgData name="Xin Luo" userId="82312ee5779919a4" providerId="LiveId" clId="{2D256512-1F02-954A-8BB9-ABE91C332B30}" dt="2024-04-16T05:12:57.164" v="820" actId="1035"/>
        <pc:sldMkLst>
          <pc:docMk/>
          <pc:sldMk cId="2372094037" sldId="2762"/>
        </pc:sldMkLst>
        <pc:spChg chg="mod">
          <ac:chgData name="Xin Luo" userId="82312ee5779919a4" providerId="LiveId" clId="{2D256512-1F02-954A-8BB9-ABE91C332B30}" dt="2024-04-16T05:12:57.164" v="820" actId="1035"/>
          <ac:spMkLst>
            <pc:docMk/>
            <pc:sldMk cId="2372094037" sldId="2762"/>
            <ac:spMk id="6" creationId="{6741FEA2-C046-FD82-2800-2CB513792080}"/>
          </ac:spMkLst>
        </pc:spChg>
      </pc:sldChg>
      <pc:sldChg chg="modSp add mod">
        <pc:chgData name="Xin Luo" userId="82312ee5779919a4" providerId="LiveId" clId="{2D256512-1F02-954A-8BB9-ABE91C332B30}" dt="2024-04-16T08:52:36.453" v="1731" actId="20577"/>
        <pc:sldMkLst>
          <pc:docMk/>
          <pc:sldMk cId="1735176010" sldId="2763"/>
        </pc:sldMkLst>
        <pc:spChg chg="mod">
          <ac:chgData name="Xin Luo" userId="82312ee5779919a4" providerId="LiveId" clId="{2D256512-1F02-954A-8BB9-ABE91C332B30}" dt="2024-04-16T08:52:36.453" v="1731" actId="20577"/>
          <ac:spMkLst>
            <pc:docMk/>
            <pc:sldMk cId="1735176010" sldId="2763"/>
            <ac:spMk id="6" creationId="{6741FEA2-C046-FD82-2800-2CB513792080}"/>
          </ac:spMkLst>
        </pc:spChg>
      </pc:sldChg>
      <pc:sldChg chg="modSp add mod modNotesTx">
        <pc:chgData name="Xin Luo" userId="82312ee5779919a4" providerId="LiveId" clId="{2D256512-1F02-954A-8BB9-ABE91C332B30}" dt="2024-04-16T10:32:37.027" v="1961" actId="20577"/>
        <pc:sldMkLst>
          <pc:docMk/>
          <pc:sldMk cId="2182068740" sldId="2764"/>
        </pc:sldMkLst>
        <pc:spChg chg="mod">
          <ac:chgData name="Xin Luo" userId="82312ee5779919a4" providerId="LiveId" clId="{2D256512-1F02-954A-8BB9-ABE91C332B30}" dt="2024-04-16T10:21:01.713" v="1741" actId="20577"/>
          <ac:spMkLst>
            <pc:docMk/>
            <pc:sldMk cId="2182068740" sldId="2764"/>
            <ac:spMk id="2" creationId="{631AADB6-C88A-D817-4683-FC087E4E240F}"/>
          </ac:spMkLst>
        </pc:spChg>
        <pc:spChg chg="mod">
          <ac:chgData name="Xin Luo" userId="82312ee5779919a4" providerId="LiveId" clId="{2D256512-1F02-954A-8BB9-ABE91C332B30}" dt="2024-04-16T10:30:45.094" v="1841" actId="20577"/>
          <ac:spMkLst>
            <pc:docMk/>
            <pc:sldMk cId="2182068740" sldId="2764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2D256512-1F02-954A-8BB9-ABE91C332B30}" dt="2024-04-16T10:50:32.816" v="2100" actId="20577"/>
        <pc:sldMkLst>
          <pc:docMk/>
          <pc:sldMk cId="1921898556" sldId="2765"/>
        </pc:sldMkLst>
        <pc:spChg chg="add del mod">
          <ac:chgData name="Xin Luo" userId="82312ee5779919a4" providerId="LiveId" clId="{2D256512-1F02-954A-8BB9-ABE91C332B30}" dt="2024-04-16T10:50:32.816" v="2100" actId="20577"/>
          <ac:spMkLst>
            <pc:docMk/>
            <pc:sldMk cId="1921898556" sldId="2765"/>
            <ac:spMk id="6" creationId="{6741FEA2-C046-FD82-2800-2CB513792080}"/>
          </ac:spMkLst>
        </pc:spChg>
      </pc:sldChg>
      <pc:sldChg chg="modSp mod">
        <pc:chgData name="Xin Luo" userId="82312ee5779919a4" providerId="LiveId" clId="{2D256512-1F02-954A-8BB9-ABE91C332B30}" dt="2024-04-17T02:55:47.723" v="2325" actId="20577"/>
        <pc:sldMkLst>
          <pc:docMk/>
          <pc:sldMk cId="2158930716" sldId="2767"/>
        </pc:sldMkLst>
        <pc:spChg chg="mod">
          <ac:chgData name="Xin Luo" userId="82312ee5779919a4" providerId="LiveId" clId="{2D256512-1F02-954A-8BB9-ABE91C332B30}" dt="2024-04-17T02:55:47.723" v="2325" actId="20577"/>
          <ac:spMkLst>
            <pc:docMk/>
            <pc:sldMk cId="2158930716" sldId="2767"/>
            <ac:spMk id="6" creationId="{6741FEA2-C046-FD82-2800-2CB51379208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52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6917-8DBE-626B-3823-D49C7407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3866F9-6CFF-63A4-850C-AF47AE8F0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498654-4561-8F5B-F275-62948034C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442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10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6917-8DBE-626B-3823-D49C74071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3866F9-6CFF-63A4-850C-AF47AE8F0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498654-4561-8F5B-F275-62948034C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2442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3E48-4FE0-323B-BF49-2B871D74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BA8899-142E-EBDA-E290-C15A22142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515F90-0CD1-583B-8200-9994A5457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6435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85EE1-20A6-B84A-DE8A-6446A68E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7012A0-04FC-DEAB-A63B-228D473B8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542019-AA03-CC0E-20B0-1C4A732B46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9989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F107C-4B73-F527-120D-1B731AC8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A43166-1C72-47E2-1576-F25D6BA31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237B0D-A842-0522-1B19-2ECC0A264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4401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46C0E-44D4-112E-2669-727D7173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CEB13E-6FC9-2E95-1A6C-6C33ED028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E16379-D646-7BDF-7AA6-67BC85A15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75323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313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0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7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843693" y="1685332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第</a:t>
            </a:r>
            <a:r>
              <a:rPr lang="en-US" altLang="zh-CN" sz="4800" b="1" dirty="0">
                <a:solidFill>
                  <a:srgbClr val="FF0000"/>
                </a:solidFill>
                <a:latin typeface="微软雅黑"/>
                <a:ea typeface="微软雅黑"/>
              </a:rPr>
              <a:t>3</a:t>
            </a: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节：</a:t>
            </a:r>
            <a:r>
              <a:rPr lang="en-US" altLang="zh-CN" sz="4800" b="1" dirty="0">
                <a:solidFill>
                  <a:srgbClr val="FF0000"/>
                </a:solidFill>
                <a:latin typeface="微软雅黑"/>
                <a:ea typeface="微软雅黑"/>
              </a:rPr>
              <a:t>Python</a:t>
            </a: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库介绍</a:t>
            </a:r>
            <a:endParaRPr lang="zh-CN" altLang="zh-CN" sz="48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b="1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2800" b="1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180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18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18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18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18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743691" y="261082"/>
            <a:ext cx="3716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b="1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1800" b="1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1800" b="1">
                <a:solidFill>
                  <a:schemeClr val="bg2"/>
                </a:solidFill>
                <a:latin typeface="+mn-ea"/>
                <a:ea typeface="+mn-ea"/>
              </a:rPr>
              <a:t> 开源GIS </a:t>
            </a:r>
            <a:r>
              <a:rPr lang="en-US" altLang="zh-CN" sz="1800" b="1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1800" b="1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1800" b="1">
                <a:solidFill>
                  <a:schemeClr val="bg2"/>
                </a:solidFill>
                <a:latin typeface="+mn-ea"/>
                <a:ea typeface="+mn-ea"/>
              </a:rPr>
              <a:t>三</a:t>
            </a:r>
            <a:r>
              <a:rPr lang="en-CN" sz="1800" b="1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-3126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2069695" y="3874393"/>
            <a:ext cx="6734646" cy="717997"/>
            <a:chOff x="2121801" y="3511390"/>
            <a:chExt cx="5718901" cy="576000"/>
          </a:xfrm>
        </p:grpSpPr>
        <p:sp>
          <p:nvSpPr>
            <p:cNvPr id="13" name="椭圆 12"/>
            <p:cNvSpPr/>
            <p:nvPr/>
          </p:nvSpPr>
          <p:spPr>
            <a:xfrm>
              <a:off x="2121801" y="3511390"/>
              <a:ext cx="655111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35749"/>
              <a:ext cx="5062803" cy="51850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第三方库介绍</a:t>
              </a:r>
              <a:endParaRPr lang="en-US" altLang="zh-CN" sz="36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919504" y="156476"/>
            <a:ext cx="1947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>
              <a:solidFill>
                <a:schemeClr val="accent1"/>
              </a:solidFill>
              <a:latin typeface="Arial"/>
              <a:ea typeface="微软雅黑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CAA61D-767A-24EA-9072-7425684288BB}"/>
              </a:ext>
            </a:extLst>
          </p:cNvPr>
          <p:cNvGrpSpPr/>
          <p:nvPr/>
        </p:nvGrpSpPr>
        <p:grpSpPr>
          <a:xfrm>
            <a:off x="2069696" y="2433541"/>
            <a:ext cx="6649827" cy="772176"/>
            <a:chOff x="2121802" y="2115450"/>
            <a:chExt cx="5221533" cy="576000"/>
          </a:xfrm>
        </p:grpSpPr>
        <p:sp>
          <p:nvSpPr>
            <p:cNvPr id="4" name="椭圆 9">
              <a:extLst>
                <a:ext uri="{FF2B5EF4-FFF2-40B4-BE49-F238E27FC236}">
                  <a16:creationId xmlns:a16="http://schemas.microsoft.com/office/drawing/2014/main" id="{E22E439B-4B3F-A527-61D0-3ED55D24E856}"/>
                </a:ext>
              </a:extLst>
            </p:cNvPr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600" b="1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5" name="矩形 11">
              <a:extLst>
                <a:ext uri="{FF2B5EF4-FFF2-40B4-BE49-F238E27FC236}">
                  <a16:creationId xmlns:a16="http://schemas.microsoft.com/office/drawing/2014/main" id="{494DAA55-5621-28DB-D255-E0EBB6C6477B}"/>
                </a:ext>
              </a:extLst>
            </p:cNvPr>
            <p:cNvSpPr/>
            <p:nvPr/>
          </p:nvSpPr>
          <p:spPr>
            <a:xfrm>
              <a:off x="2697802" y="2150557"/>
              <a:ext cx="4645533" cy="482127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fontAlgn="auto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Python</a:t>
              </a:r>
              <a:r>
                <a:rPr lang="zh-CN" altLang="en-US" sz="36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标准库介绍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12036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87F-3929-D8AB-33A3-491A9B54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73EEA-7681-0EBA-CDCA-244EF572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三、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标准库介绍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31BFD-CCE6-389F-63DA-67B18599B458}"/>
              </a:ext>
            </a:extLst>
          </p:cNvPr>
          <p:cNvSpPr txBox="1"/>
          <p:nvPr/>
        </p:nvSpPr>
        <p:spPr>
          <a:xfrm>
            <a:off x="174171" y="855532"/>
            <a:ext cx="11850914" cy="14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标准库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语言内置的库，例如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os、sys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等，它们无需额外安装即可使用。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C144D64-C374-9D88-2EA3-5994BD43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270" b="39358"/>
          <a:stretch>
            <a:fillRect/>
          </a:stretch>
        </p:blipFill>
        <p:spPr>
          <a:xfrm>
            <a:off x="832646" y="2396614"/>
            <a:ext cx="3159145" cy="1441505"/>
          </a:xfrm>
          <a:prstGeom prst="rect">
            <a:avLst/>
          </a:prstGeom>
        </p:spPr>
      </p:pic>
      <p:pic>
        <p:nvPicPr>
          <p:cNvPr id="5" name="Picture 4" descr="A group of text on a black background&#10;&#10;AI-generated content may be incorrect.">
            <a:extLst>
              <a:ext uri="{FF2B5EF4-FFF2-40B4-BE49-F238E27FC236}">
                <a16:creationId xmlns:a16="http://schemas.microsoft.com/office/drawing/2014/main" id="{23EE9F13-4C92-F849-889F-B0A597A584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282"/>
          <a:stretch>
            <a:fillRect/>
          </a:stretch>
        </p:blipFill>
        <p:spPr>
          <a:xfrm>
            <a:off x="4111957" y="2412915"/>
            <a:ext cx="7500301" cy="1425204"/>
          </a:xfrm>
          <a:prstGeom prst="rect">
            <a:avLst/>
          </a:prstGeom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51672C18-3940-1F62-B868-2023914C9C7C}"/>
              </a:ext>
            </a:extLst>
          </p:cNvPr>
          <p:cNvSpPr txBox="1"/>
          <p:nvPr/>
        </p:nvSpPr>
        <p:spPr>
          <a:xfrm>
            <a:off x="537858" y="4501564"/>
            <a:ext cx="358430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数据计算与统计等：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  <a:p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math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random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en-US" altLang="zh-CN" sz="2800" dirty="0" err="1">
                <a:solidFill>
                  <a:schemeClr val="bg2"/>
                </a:solidFill>
                <a:latin typeface="+mn-ea"/>
                <a:ea typeface="+mn-ea"/>
              </a:rPr>
              <a:t>statististics</a:t>
            </a:r>
            <a:endParaRPr lang="en-US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F85890-58F8-6095-1A5C-1EA307C285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161" y="3914729"/>
            <a:ext cx="7490097" cy="277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2087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471863"/>
            <a:ext cx="12192000" cy="1543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4222" y="3868892"/>
            <a:ext cx="116707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二、</a:t>
            </a:r>
            <a:r>
              <a:rPr lang="en-US" altLang="zh-CN" sz="4000" b="1" dirty="0"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4000" b="1" dirty="0">
                <a:latin typeface="微软雅黑" pitchFamily="34" charset="-122"/>
                <a:ea typeface="微软雅黑" pitchFamily="34" charset="-122"/>
              </a:rPr>
              <a:t>第三方库介绍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5014912"/>
            <a:ext cx="12192000" cy="72000"/>
          </a:xfrm>
          <a:prstGeom prst="rect">
            <a:avLst/>
          </a:prstGeom>
          <a:solidFill>
            <a:schemeClr val="tx1">
              <a:lumMod val="75000"/>
            </a:schemeClr>
          </a:solidFill>
          <a:effectLst/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012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F87F-3929-D8AB-33A3-491A9B54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F173EEA-7681-0EBA-CDCA-244EF572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第三方库介绍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031BFD-CCE6-389F-63DA-67B18599B458}"/>
              </a:ext>
            </a:extLst>
          </p:cNvPr>
          <p:cNvSpPr txBox="1"/>
          <p:nvPr/>
        </p:nvSpPr>
        <p:spPr>
          <a:xfrm>
            <a:off x="174171" y="855532"/>
            <a:ext cx="11850914" cy="14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开发志愿者贡献，需手动安装的库，如</a:t>
            </a:r>
            <a:r>
              <a:rPr lang="en-US" altLang="zh-CN" sz="32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pandas, matplotlib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等。</a:t>
            </a:r>
            <a:endParaRPr 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8ABDF9C-631A-E69C-3FB8-0947C36A0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234371"/>
              </p:ext>
            </p:extLst>
          </p:nvPr>
        </p:nvGraphicFramePr>
        <p:xfrm>
          <a:off x="638332" y="2743777"/>
          <a:ext cx="11063673" cy="3367655"/>
        </p:xfrm>
        <a:graphic>
          <a:graphicData uri="http://schemas.openxmlformats.org/drawingml/2006/table">
            <a:tbl>
              <a:tblPr/>
              <a:tblGrid>
                <a:gridCol w="3687891">
                  <a:extLst>
                    <a:ext uri="{9D8B030D-6E8A-4147-A177-3AD203B41FA5}">
                      <a16:colId xmlns:a16="http://schemas.microsoft.com/office/drawing/2014/main" val="3675882594"/>
                    </a:ext>
                  </a:extLst>
                </a:gridCol>
                <a:gridCol w="3687891">
                  <a:extLst>
                    <a:ext uri="{9D8B030D-6E8A-4147-A177-3AD203B41FA5}">
                      <a16:colId xmlns:a16="http://schemas.microsoft.com/office/drawing/2014/main" val="3818600901"/>
                    </a:ext>
                  </a:extLst>
                </a:gridCol>
                <a:gridCol w="3687891">
                  <a:extLst>
                    <a:ext uri="{9D8B030D-6E8A-4147-A177-3AD203B41FA5}">
                      <a16:colId xmlns:a16="http://schemas.microsoft.com/office/drawing/2014/main" val="1558079673"/>
                    </a:ext>
                  </a:extLst>
                </a:gridCol>
              </a:tblGrid>
              <a:tr h="7081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特性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标准库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第三方库</a:t>
                      </a:r>
                      <a:endParaRPr lang="zh-CN" altLang="en-US" sz="2800" b="1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80310"/>
                  </a:ext>
                </a:extLst>
              </a:tr>
              <a:tr h="11179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安装方式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内置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bg2"/>
                          </a:solidFill>
                          <a:effectLst/>
                        </a:rPr>
                        <a:t>pip/conda install</a:t>
                      </a:r>
                      <a:endParaRPr 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565303"/>
                  </a:ext>
                </a:extLst>
              </a:tr>
              <a:tr h="7081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维护者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>
                          <a:solidFill>
                            <a:schemeClr val="bg2"/>
                          </a:solidFill>
                          <a:effectLst/>
                        </a:rPr>
                        <a:t>Python</a:t>
                      </a:r>
                      <a:r>
                        <a:rPr lang="zh-CN" altLang="en-US" sz="2800" b="0">
                          <a:solidFill>
                            <a:schemeClr val="bg2"/>
                          </a:solidFill>
                          <a:effectLst/>
                        </a:rPr>
                        <a:t>官方</a:t>
                      </a:r>
                      <a:endParaRPr lang="zh-CN" altLang="en-US" sz="2800" b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开源社区</a:t>
                      </a:r>
                      <a:r>
                        <a:rPr lang="en-US" altLang="zh-CN" sz="2800" b="0" dirty="0">
                          <a:solidFill>
                            <a:schemeClr val="bg2"/>
                          </a:solidFill>
                          <a:effectLst/>
                        </a:rPr>
                        <a:t>/</a:t>
                      </a:r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企业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22408"/>
                  </a:ext>
                </a:extLst>
              </a:tr>
              <a:tr h="83330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功能范围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基础功能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0" dirty="0">
                          <a:solidFill>
                            <a:schemeClr val="bg2"/>
                          </a:solidFill>
                          <a:effectLst/>
                        </a:rPr>
                        <a:t>领域专用</a:t>
                      </a:r>
                      <a:endParaRPr lang="zh-CN" altLang="en-US" sz="2800" b="0" dirty="0"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04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15964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D5F3-5F53-5FA9-D2AB-0485D9C1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520AA9-5923-C4A3-ACE3-68F3BB856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第三方库介绍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52499-D372-2FBA-C44F-6EFEA0897549}"/>
              </a:ext>
            </a:extLst>
          </p:cNvPr>
          <p:cNvSpPr txBox="1"/>
          <p:nvPr/>
        </p:nvSpPr>
        <p:spPr>
          <a:xfrm>
            <a:off x="471713" y="880398"/>
            <a:ext cx="6030687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A8241-F27A-BC22-6D1D-C320943718E9}"/>
              </a:ext>
            </a:extLst>
          </p:cNvPr>
          <p:cNvSpPr txBox="1"/>
          <p:nvPr/>
        </p:nvSpPr>
        <p:spPr>
          <a:xfrm>
            <a:off x="624114" y="1609579"/>
            <a:ext cx="10943771" cy="743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数据处理三剑客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sz="32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sz="3200" dirty="0">
                <a:solidFill>
                  <a:schemeClr val="bg2"/>
                </a:solidFill>
                <a:latin typeface="+mn-ea"/>
                <a:ea typeface="+mn-ea"/>
              </a:rPr>
              <a:t>Pandas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， 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Matplotlib</a:t>
            </a:r>
            <a:endParaRPr lang="en-US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6DE1E74-7E4B-A6A8-D10F-C49348F57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125412"/>
              </p:ext>
            </p:extLst>
          </p:nvPr>
        </p:nvGraphicFramePr>
        <p:xfrm>
          <a:off x="624115" y="2448196"/>
          <a:ext cx="11054741" cy="2994770"/>
        </p:xfrm>
        <a:graphic>
          <a:graphicData uri="http://schemas.openxmlformats.org/drawingml/2006/table">
            <a:tbl>
              <a:tblPr/>
              <a:tblGrid>
                <a:gridCol w="2036597">
                  <a:extLst>
                    <a:ext uri="{9D8B030D-6E8A-4147-A177-3AD203B41FA5}">
                      <a16:colId xmlns:a16="http://schemas.microsoft.com/office/drawing/2014/main" val="2283228956"/>
                    </a:ext>
                  </a:extLst>
                </a:gridCol>
                <a:gridCol w="4065680">
                  <a:extLst>
                    <a:ext uri="{9D8B030D-6E8A-4147-A177-3AD203B41FA5}">
                      <a16:colId xmlns:a16="http://schemas.microsoft.com/office/drawing/2014/main" val="1378140691"/>
                    </a:ext>
                  </a:extLst>
                </a:gridCol>
                <a:gridCol w="4952464">
                  <a:extLst>
                    <a:ext uri="{9D8B030D-6E8A-4147-A177-3AD203B41FA5}">
                      <a16:colId xmlns:a16="http://schemas.microsoft.com/office/drawing/2014/main" val="4108045389"/>
                    </a:ext>
                  </a:extLst>
                </a:gridCol>
              </a:tblGrid>
              <a:tr h="5554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 dirty="0">
                          <a:solidFill>
                            <a:schemeClr val="bg2"/>
                          </a:solidFill>
                          <a:effectLst/>
                        </a:rPr>
                        <a:t>库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核心功能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b="1">
                          <a:solidFill>
                            <a:schemeClr val="bg2"/>
                          </a:solidFill>
                          <a:effectLst/>
                        </a:rPr>
                        <a:t>优势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920418"/>
                  </a:ext>
                </a:extLst>
              </a:tr>
              <a:tr h="6242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NumPy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多维数组与数学运算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高性能数值计算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9642"/>
                  </a:ext>
                </a:extLst>
              </a:tr>
              <a:tr h="10286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>
                          <a:solidFill>
                            <a:schemeClr val="bg2"/>
                          </a:solidFill>
                          <a:effectLst/>
                        </a:rPr>
                        <a:t>Pandas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结构化数据分析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>
                          <a:solidFill>
                            <a:schemeClr val="bg2"/>
                          </a:solidFill>
                          <a:effectLst/>
                        </a:rPr>
                        <a:t>表格数据处理、时间序列分析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89158"/>
                  </a:ext>
                </a:extLst>
              </a:tr>
              <a:tr h="5554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  <a:effectLst/>
                        </a:rPr>
                        <a:t>Matplotlib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数据可视化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800" dirty="0">
                          <a:solidFill>
                            <a:schemeClr val="bg2"/>
                          </a:solidFill>
                          <a:effectLst/>
                        </a:rPr>
                        <a:t>丰富的图表类型支持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6513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0258A42-D03D-C8BA-9C3E-F18BE2978705}"/>
              </a:ext>
            </a:extLst>
          </p:cNvPr>
          <p:cNvSpPr txBox="1"/>
          <p:nvPr/>
        </p:nvSpPr>
        <p:spPr>
          <a:xfrm>
            <a:off x="490002" y="5649640"/>
            <a:ext cx="3497396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</a:t>
            </a:r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A4C88-3ABE-D7A7-86B3-E60B1329735C}"/>
              </a:ext>
            </a:extLst>
          </p:cNvPr>
          <p:cNvSpPr txBox="1"/>
          <p:nvPr/>
        </p:nvSpPr>
        <p:spPr>
          <a:xfrm>
            <a:off x="4346301" y="5649639"/>
            <a:ext cx="3497396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pandas</a:t>
            </a: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pandas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EAC60-5A2B-2CD5-A10F-60834F7FE0B7}"/>
              </a:ext>
            </a:extLst>
          </p:cNvPr>
          <p:cNvSpPr txBox="1"/>
          <p:nvPr/>
        </p:nvSpPr>
        <p:spPr>
          <a:xfrm>
            <a:off x="8202600" y="5649639"/>
            <a:ext cx="3649879" cy="1015663"/>
          </a:xfrm>
          <a:prstGeom prst="rect">
            <a:avLst/>
          </a:prstGeom>
          <a:solidFill>
            <a:schemeClr val="accent6">
              <a:alpha val="35999"/>
            </a:schemeClr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pip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matplotlib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altLang="zh-CN" sz="2400" dirty="0" err="1">
                <a:solidFill>
                  <a:schemeClr val="bg2"/>
                </a:solidFill>
                <a:latin typeface="+mn-ea"/>
                <a:ea typeface="+mn-ea"/>
              </a:rPr>
              <a:t>conda</a:t>
            </a:r>
            <a:r>
              <a:rPr lang="en-US" altLang="zh-CN" sz="2400" dirty="0">
                <a:solidFill>
                  <a:schemeClr val="bg2"/>
                </a:solidFill>
                <a:latin typeface="+mn-ea"/>
                <a:ea typeface="+mn-ea"/>
              </a:rPr>
              <a:t> install </a:t>
            </a:r>
            <a:r>
              <a:rPr lang="en-US" altLang="zh-CN" dirty="0">
                <a:solidFill>
                  <a:schemeClr val="bg2"/>
                </a:solidFill>
                <a:latin typeface="+mn-ea"/>
              </a:rPr>
              <a:t>matplotlib</a:t>
            </a:r>
            <a:endParaRPr lang="en-US" altLang="zh-CN" sz="24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9092116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716D2-86B2-586C-CEC2-99800A4C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9C29DD-BB7C-8879-D6BA-D003903EF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第三方库介绍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D452499-D372-2FBA-C44F-6EFEA0897549}"/>
              </a:ext>
            </a:extLst>
          </p:cNvPr>
          <p:cNvSpPr txBox="1"/>
          <p:nvPr/>
        </p:nvSpPr>
        <p:spPr>
          <a:xfrm>
            <a:off x="611712" y="844210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</a:t>
            </a:r>
            <a:r>
              <a:rPr lang="en-US" altLang="zh-CN" sz="3200" b="1" dirty="0" err="1">
                <a:solidFill>
                  <a:schemeClr val="accent2"/>
                </a:solidFill>
                <a:latin typeface="+mn-ea"/>
                <a:ea typeface="+mn-ea"/>
              </a:rPr>
              <a:t>Numpy</a:t>
            </a:r>
            <a:endParaRPr lang="en-US" altLang="zh-CN" sz="3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D56E66-3806-91F3-E44F-E429181BD448}"/>
              </a:ext>
            </a:extLst>
          </p:cNvPr>
          <p:cNvSpPr txBox="1"/>
          <p:nvPr/>
        </p:nvSpPr>
        <p:spPr>
          <a:xfrm>
            <a:off x="611712" y="1631755"/>
            <a:ext cx="11275488" cy="217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是开源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库，广泛应用在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数据分析和科学计算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领域。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的许多底层函数由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C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语言实现，因此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NumPy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具有</a:t>
            </a: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较高的运算效率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89D6-1B85-CAA3-8E75-FEB9ED8D5043}"/>
              </a:ext>
            </a:extLst>
          </p:cNvPr>
          <p:cNvSpPr txBox="1"/>
          <p:nvPr/>
        </p:nvSpPr>
        <p:spPr>
          <a:xfrm>
            <a:off x="2561001" y="3228988"/>
            <a:ext cx="9584700" cy="335104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创建数组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np.array()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.zeros(),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np.ones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()…</a:t>
            </a: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矩阵运算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：*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对应元素相乘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 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.dot()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（矩阵内积）、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.mean()(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平均值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np.max()(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最大值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)</a:t>
            </a:r>
            <a:r>
              <a:rPr lang="zh-CN" altLang="en-CN" dirty="0">
                <a:solidFill>
                  <a:schemeClr val="bg2"/>
                </a:solidFill>
                <a:latin typeface="+mn-ea"/>
                <a:ea typeface="+mn-ea"/>
              </a:rPr>
              <a:t>等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索引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：元素所在数组位置。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数组合并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np.vstack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np.hstack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np.newaxis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np.concatenate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FCDB9-E706-31EB-1075-B5EE60F13E79}"/>
              </a:ext>
            </a:extLst>
          </p:cNvPr>
          <p:cNvSpPr txBox="1"/>
          <p:nvPr/>
        </p:nvSpPr>
        <p:spPr>
          <a:xfrm>
            <a:off x="458985" y="4370918"/>
            <a:ext cx="2006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3D7948F-BBEE-1157-7319-6DA3B0E17E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199" b="69509"/>
          <a:stretch>
            <a:fillRect/>
          </a:stretch>
        </p:blipFill>
        <p:spPr>
          <a:xfrm>
            <a:off x="7338349" y="4798975"/>
            <a:ext cx="4017663" cy="110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3808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679A5-28AF-079A-9263-76B3671E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886346-B0D4-D77D-ABFD-9537B1F0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第三方库介绍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04EF2B4-9F82-79D3-73A7-F7ABFD3D4677}"/>
              </a:ext>
            </a:extLst>
          </p:cNvPr>
          <p:cNvSpPr txBox="1"/>
          <p:nvPr/>
        </p:nvSpPr>
        <p:spPr>
          <a:xfrm>
            <a:off x="522513" y="800688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-Pandas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93719-93FC-5FBF-0F96-BA17A2740B07}"/>
              </a:ext>
            </a:extLst>
          </p:cNvPr>
          <p:cNvSpPr txBox="1"/>
          <p:nvPr/>
        </p:nvSpPr>
        <p:spPr>
          <a:xfrm>
            <a:off x="611712" y="1631755"/>
            <a:ext cx="11275488" cy="151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基于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Numpy开发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，用于数据挖掘、数据分析以及数据处理。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能够简单、直观地处理结构化数据。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1A9E70-47A6-FE16-AC16-8CC8FC3C81C6}"/>
              </a:ext>
            </a:extLst>
          </p:cNvPr>
          <p:cNvSpPr txBox="1"/>
          <p:nvPr/>
        </p:nvSpPr>
        <p:spPr>
          <a:xfrm>
            <a:off x="652040" y="4454961"/>
            <a:ext cx="220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A76CF-AD6F-7C0F-4ADE-91D33A036D3E}"/>
              </a:ext>
            </a:extLst>
          </p:cNvPr>
          <p:cNvSpPr txBox="1"/>
          <p:nvPr/>
        </p:nvSpPr>
        <p:spPr>
          <a:xfrm>
            <a:off x="2882556" y="3238419"/>
            <a:ext cx="8657404" cy="2677656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DataFrame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添加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删除数据</a:t>
            </a:r>
            <a:endParaRPr lang="en-US" altLang="zh-CN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处理丢失的数据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dataframe.drop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数据读写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pandas.read_csv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dataframe.to_csv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数据合并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pandas.concat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数据可视化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dataframe.plot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77C252D-3541-9366-B7F9-6605C0AEB1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939" b="39107"/>
          <a:stretch>
            <a:fillRect/>
          </a:stretch>
        </p:blipFill>
        <p:spPr>
          <a:xfrm>
            <a:off x="2882556" y="6003156"/>
            <a:ext cx="7214794" cy="74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4660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737F-12F2-95E4-165E-27396F3F8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510DDC-500B-460B-DFBA-BEBC3BE6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第三方库介绍</a:t>
            </a:r>
            <a:endParaRPr lang="zh-CN" altLang="en-US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220F6501-5206-179D-8A3B-BE0425DF4E8D}"/>
              </a:ext>
            </a:extLst>
          </p:cNvPr>
          <p:cNvSpPr txBox="1"/>
          <p:nvPr/>
        </p:nvSpPr>
        <p:spPr>
          <a:xfrm>
            <a:off x="522513" y="800688"/>
            <a:ext cx="774181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Python</a:t>
            </a:r>
            <a:r>
              <a:rPr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第三方库</a:t>
            </a:r>
            <a:r>
              <a:rPr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-Matplotlib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0A8AF-71B9-2AF1-7DBF-A61D590E4FBD}"/>
              </a:ext>
            </a:extLst>
          </p:cNvPr>
          <p:cNvSpPr txBox="1"/>
          <p:nvPr/>
        </p:nvSpPr>
        <p:spPr>
          <a:xfrm>
            <a:off x="611712" y="1631755"/>
            <a:ext cx="11275488" cy="1519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用于绘制图形的</a:t>
            </a:r>
            <a:r>
              <a:rPr lang="en-US" sz="2800" dirty="0" err="1">
                <a:solidFill>
                  <a:schemeClr val="bg2"/>
                </a:solidFill>
                <a:latin typeface="+mn-ea"/>
                <a:ea typeface="+mn-ea"/>
              </a:rPr>
              <a:t>Python第三方库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通常和 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P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andas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与 </a:t>
            </a:r>
            <a:r>
              <a:rPr lang="en-US" sz="2800" dirty="0">
                <a:solidFill>
                  <a:schemeClr val="bg2"/>
                </a:solidFill>
                <a:latin typeface="+mn-ea"/>
                <a:ea typeface="+mn-ea"/>
              </a:rPr>
              <a:t>NumPy 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库一起使用。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47EA68-9C36-4D28-ECFC-973A6DBB96A2}"/>
              </a:ext>
            </a:extLst>
          </p:cNvPr>
          <p:cNvSpPr txBox="1"/>
          <p:nvPr/>
        </p:nvSpPr>
        <p:spPr>
          <a:xfrm>
            <a:off x="611712" y="4493935"/>
            <a:ext cx="220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800" dirty="0">
                <a:solidFill>
                  <a:schemeClr val="bg2"/>
                </a:solidFill>
                <a:latin typeface="+mn-ea"/>
                <a:ea typeface="+mn-ea"/>
              </a:rPr>
              <a:t>主要功能及使用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endParaRPr lang="en-CN" sz="28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F60CF-7048-7CBE-EA1F-6948C155BB6F}"/>
              </a:ext>
            </a:extLst>
          </p:cNvPr>
          <p:cNvSpPr txBox="1"/>
          <p:nvPr/>
        </p:nvSpPr>
        <p:spPr>
          <a:xfrm>
            <a:off x="2821733" y="3355162"/>
            <a:ext cx="9065467" cy="3231654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绘制画布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画板：</a:t>
            </a:r>
            <a:r>
              <a:rPr lang="en-US" altLang="zh-CN" b="1" dirty="0" err="1">
                <a:solidFill>
                  <a:schemeClr val="bg2"/>
                </a:solidFill>
                <a:latin typeface="+mn-ea"/>
                <a:ea typeface="+mn-ea"/>
              </a:rPr>
              <a:t>plt.figure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r>
              <a:rPr lang="zh-CN" altLang="en-US" b="1" dirty="0">
                <a:solidFill>
                  <a:schemeClr val="bg2"/>
                </a:solidFill>
                <a:latin typeface="+mn-ea"/>
                <a:ea typeface="+mn-ea"/>
              </a:rPr>
              <a:t>，</a:t>
            </a:r>
            <a:r>
              <a:rPr lang="en-US" altLang="zh-CN" b="1" dirty="0">
                <a:solidFill>
                  <a:schemeClr val="bg2"/>
                </a:solidFill>
                <a:latin typeface="+mn-ea"/>
                <a:ea typeface="+mn-ea"/>
              </a:rPr>
              <a:t>.subplots(1,1)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线性图绘制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plt.plot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CN" b="1" dirty="0">
                <a:solidFill>
                  <a:schemeClr val="bg2"/>
                </a:solidFill>
                <a:latin typeface="+mn-ea"/>
                <a:ea typeface="+mn-ea"/>
              </a:rPr>
              <a:t>坐标系设置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plt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.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set_xlabel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(),</a:t>
            </a:r>
            <a:r>
              <a:rPr lang="en-CN" altLang="zh-CN" dirty="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plt.set_ylabel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()…</a:t>
            </a:r>
            <a:endParaRPr lang="en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添加图例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: </a:t>
            </a:r>
            <a:r>
              <a:rPr lang="en-US" dirty="0" err="1">
                <a:solidFill>
                  <a:schemeClr val="bg2"/>
                </a:solidFill>
                <a:latin typeface="+mn-ea"/>
                <a:ea typeface="+mn-ea"/>
              </a:rPr>
              <a:t>plt.legend</a:t>
            </a:r>
            <a:r>
              <a:rPr lang="en-US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altLang="zh-CN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柱状图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plt.bar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en-US" b="1" dirty="0" err="1">
                <a:solidFill>
                  <a:schemeClr val="bg2"/>
                </a:solidFill>
                <a:latin typeface="+mn-ea"/>
                <a:ea typeface="+mn-ea"/>
              </a:rPr>
              <a:t>图像显示</a:t>
            </a:r>
            <a:r>
              <a:rPr lang="zh-CN" altLang="en-US" dirty="0">
                <a:solidFill>
                  <a:schemeClr val="bg2"/>
                </a:solidFill>
                <a:latin typeface="+mn-ea"/>
                <a:ea typeface="+mn-ea"/>
              </a:rPr>
              <a:t>：</a:t>
            </a:r>
            <a:r>
              <a:rPr lang="en-US" altLang="zh-CN" dirty="0" err="1">
                <a:solidFill>
                  <a:schemeClr val="bg2"/>
                </a:solidFill>
                <a:latin typeface="+mn-ea"/>
                <a:ea typeface="+mn-ea"/>
              </a:rPr>
              <a:t>plt.imshow</a:t>
            </a:r>
            <a:r>
              <a:rPr lang="en-US" altLang="zh-CN" dirty="0">
                <a:solidFill>
                  <a:schemeClr val="bg2"/>
                </a:solidFill>
                <a:latin typeface="+mn-ea"/>
                <a:ea typeface="+mn-ea"/>
              </a:rPr>
              <a:t>()</a:t>
            </a:r>
            <a:endParaRPr lang="en-US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476F4E8-0C4C-6A6D-DD99-EA0A40043A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26" r="37113"/>
          <a:stretch>
            <a:fillRect/>
          </a:stretch>
        </p:blipFill>
        <p:spPr>
          <a:xfrm>
            <a:off x="6605980" y="5064199"/>
            <a:ext cx="5166034" cy="135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87137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二、</a:t>
            </a:r>
            <a:r>
              <a:rPr lang="en-US" altLang="zh-CN" dirty="0">
                <a:latin typeface="+mn-ea"/>
              </a:rPr>
              <a:t>Python</a:t>
            </a:r>
            <a:r>
              <a:rPr lang="zh-CN" altLang="en-US" dirty="0">
                <a:latin typeface="+mn-ea"/>
              </a:rPr>
              <a:t>第三方库介绍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438912" y="919858"/>
            <a:ext cx="715975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课后练习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438912" y="1783014"/>
            <a:ext cx="9467088" cy="151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zh-CN" altLang="en-CN" sz="2200" dirty="0">
                <a:solidFill>
                  <a:srgbClr val="333333"/>
                </a:solidFill>
                <a:latin typeface="+mn-ea"/>
                <a:ea typeface="+mn-ea"/>
              </a:rPr>
              <a:t>练习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Python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常用标准库函数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  <a:p>
            <a:pPr marL="457200" indent="-457200" algn="just">
              <a:lnSpc>
                <a:spcPct val="200000"/>
              </a:lnSpc>
              <a:buAutoNum type="arabicPeriod"/>
            </a:pPr>
            <a:r>
              <a:rPr lang="en-US" altLang="zh-CN" sz="2200" dirty="0" err="1">
                <a:solidFill>
                  <a:srgbClr val="333333"/>
                </a:solidFill>
                <a:latin typeface="+mn-ea"/>
                <a:ea typeface="+mn-ea"/>
              </a:rPr>
              <a:t>Numpy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Pandas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，</a:t>
            </a:r>
            <a:r>
              <a:rPr lang="en-US" altLang="zh-CN" sz="2200" dirty="0">
                <a:solidFill>
                  <a:srgbClr val="333333"/>
                </a:solidFill>
                <a:latin typeface="+mn-ea"/>
                <a:ea typeface="+mn-ea"/>
              </a:rPr>
              <a:t>Matplotlib</a:t>
            </a:r>
            <a:r>
              <a:rPr lang="zh-CN" altLang="en-US" sz="2200" dirty="0">
                <a:solidFill>
                  <a:srgbClr val="333333"/>
                </a:solidFill>
                <a:latin typeface="+mn-ea"/>
                <a:ea typeface="+mn-ea"/>
              </a:rPr>
              <a:t>库的使用</a:t>
            </a:r>
            <a:endParaRPr lang="en-US" altLang="zh-CN" sz="2200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518398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1564</TotalTime>
  <Words>538</Words>
  <Application>Microsoft Macintosh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微软雅黑</vt:lpstr>
      <vt:lpstr>黑体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Presentation</vt:lpstr>
      <vt:lpstr>PowerPoint Presentation</vt:lpstr>
      <vt:lpstr>三、Python标准库介绍</vt:lpstr>
      <vt:lpstr>PowerPoint Presentation</vt:lpstr>
      <vt:lpstr>二、Python第三方库介绍</vt:lpstr>
      <vt:lpstr>二、Python第三方库介绍</vt:lpstr>
      <vt:lpstr>二、Python第三方库介绍</vt:lpstr>
      <vt:lpstr>二、Python第三方库介绍</vt:lpstr>
      <vt:lpstr>二、Python第三方库介绍</vt:lpstr>
      <vt:lpstr>二、Python第三方库介绍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31</cp:revision>
  <dcterms:created xsi:type="dcterms:W3CDTF">2004-07-09T11:40:27Z</dcterms:created>
  <dcterms:modified xsi:type="dcterms:W3CDTF">2026-03-23T05:09:54Z</dcterms:modified>
</cp:coreProperties>
</file>